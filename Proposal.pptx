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1C89EDA9-028E-4141-83F3-B8B251E1A67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1C56A5B-F3A2-4E4D-AEF1-D6E5E6AFECB8}">
      <dgm:prSet/>
      <dgm:spPr/>
      <dgm:t>
        <a:bodyPr/>
        <a:lstStyle/>
        <a:p>
          <a:pPr>
            <a:lnSpc>
              <a:spcPct val="100000"/>
            </a:lnSpc>
          </a:pPr>
          <a:r>
            <a:rPr lang="en-US"/>
            <a:t>Bluetooth (BLE) module</a:t>
          </a:r>
        </a:p>
      </dgm:t>
    </dgm:pt>
    <dgm:pt modelId="{BC1429CB-512E-4719-89CE-06920F6215DF}" type="parTrans" cxnId="{08AD5749-D5D9-4DCD-914A-8907AA40276A}">
      <dgm:prSet/>
      <dgm:spPr/>
      <dgm:t>
        <a:bodyPr/>
        <a:lstStyle/>
        <a:p>
          <a:endParaRPr lang="en-US"/>
        </a:p>
      </dgm:t>
    </dgm:pt>
    <dgm:pt modelId="{0F7F0D99-BF19-4F3D-98F7-73DE2BBC65C9}" type="sibTrans" cxnId="{08AD5749-D5D9-4DCD-914A-8907AA40276A}">
      <dgm:prSet/>
      <dgm:spPr/>
      <dgm:t>
        <a:bodyPr/>
        <a:lstStyle/>
        <a:p>
          <a:endParaRPr lang="en-US"/>
        </a:p>
      </dgm:t>
    </dgm:pt>
    <dgm:pt modelId="{C742E963-21AC-4F28-9548-D7E40BF470C4}">
      <dgm:prSet/>
      <dgm:spPr/>
      <dgm:t>
        <a:bodyPr/>
        <a:lstStyle/>
        <a:p>
          <a:pPr>
            <a:lnSpc>
              <a:spcPct val="100000"/>
            </a:lnSpc>
          </a:pPr>
          <a:r>
            <a:rPr lang="en-US"/>
            <a:t>GNSS (GPS) receiver module</a:t>
          </a:r>
        </a:p>
      </dgm:t>
    </dgm:pt>
    <dgm:pt modelId="{57B59AB9-66F2-496C-88D2-1969DF1A1A41}" type="parTrans" cxnId="{6D8C4E50-9F20-4F16-8D49-C85869D3D43A}">
      <dgm:prSet/>
      <dgm:spPr/>
      <dgm:t>
        <a:bodyPr/>
        <a:lstStyle/>
        <a:p>
          <a:endParaRPr lang="en-US"/>
        </a:p>
      </dgm:t>
    </dgm:pt>
    <dgm:pt modelId="{33E3E3AF-E64E-415B-B940-E64BF618F3BC}" type="sibTrans" cxnId="{6D8C4E50-9F20-4F16-8D49-C85869D3D43A}">
      <dgm:prSet/>
      <dgm:spPr/>
      <dgm:t>
        <a:bodyPr/>
        <a:lstStyle/>
        <a:p>
          <a:endParaRPr lang="en-US"/>
        </a:p>
      </dgm:t>
    </dgm:pt>
    <dgm:pt modelId="{B6E2DA23-1AA6-4792-8BED-E8CB51F3CF8E}">
      <dgm:prSet/>
      <dgm:spPr/>
      <dgm:t>
        <a:bodyPr/>
        <a:lstStyle/>
        <a:p>
          <a:pPr>
            <a:lnSpc>
              <a:spcPct val="100000"/>
            </a:lnSpc>
          </a:pPr>
          <a:r>
            <a:rPr lang="en-US"/>
            <a:t>SIM</a:t>
          </a:r>
        </a:p>
      </dgm:t>
    </dgm:pt>
    <dgm:pt modelId="{77646012-85CF-4313-9400-07A8D16556ED}" type="parTrans" cxnId="{9968056C-4D3B-4C47-8F23-9D4E4B5577AA}">
      <dgm:prSet/>
      <dgm:spPr/>
      <dgm:t>
        <a:bodyPr/>
        <a:lstStyle/>
        <a:p>
          <a:endParaRPr lang="en-US"/>
        </a:p>
      </dgm:t>
    </dgm:pt>
    <dgm:pt modelId="{D86B4EEA-55DC-4144-A7D3-C8140D342B26}" type="sibTrans" cxnId="{9968056C-4D3B-4C47-8F23-9D4E4B5577AA}">
      <dgm:prSet/>
      <dgm:spPr/>
      <dgm:t>
        <a:bodyPr/>
        <a:lstStyle/>
        <a:p>
          <a:endParaRPr lang="en-US"/>
        </a:p>
      </dgm:t>
    </dgm:pt>
    <dgm:pt modelId="{534FBC2B-32EA-4AD0-AC57-DA28172ABD80}">
      <dgm:prSet/>
      <dgm:spPr/>
      <dgm:t>
        <a:bodyPr/>
        <a:lstStyle/>
        <a:p>
          <a:pPr>
            <a:lnSpc>
              <a:spcPct val="100000"/>
            </a:lnSpc>
          </a:pPr>
          <a:r>
            <a:rPr lang="en-US"/>
            <a:t>NB-IoT Modem module</a:t>
          </a:r>
        </a:p>
      </dgm:t>
    </dgm:pt>
    <dgm:pt modelId="{7F8C78FA-13D6-43AC-9BC7-E97E25F96D31}" type="parTrans" cxnId="{8A99CD40-C888-4A8C-B2C2-BA70AA02E078}">
      <dgm:prSet/>
      <dgm:spPr/>
      <dgm:t>
        <a:bodyPr/>
        <a:lstStyle/>
        <a:p>
          <a:endParaRPr lang="en-US"/>
        </a:p>
      </dgm:t>
    </dgm:pt>
    <dgm:pt modelId="{D6382A7C-A125-47E9-B176-1A950181E6CC}" type="sibTrans" cxnId="{8A99CD40-C888-4A8C-B2C2-BA70AA02E078}">
      <dgm:prSet/>
      <dgm:spPr/>
      <dgm:t>
        <a:bodyPr/>
        <a:lstStyle/>
        <a:p>
          <a:endParaRPr lang="en-US"/>
        </a:p>
      </dgm:t>
    </dgm:pt>
    <dgm:pt modelId="{32A2EE16-11E6-4E29-B151-18DD9C34D194}">
      <dgm:prSet/>
      <dgm:spPr/>
      <dgm:t>
        <a:bodyPr/>
        <a:lstStyle/>
        <a:p>
          <a:pPr>
            <a:lnSpc>
              <a:spcPct val="100000"/>
            </a:lnSpc>
          </a:pPr>
          <a:r>
            <a:rPr lang="en-US"/>
            <a:t>antennas</a:t>
          </a:r>
        </a:p>
      </dgm:t>
    </dgm:pt>
    <dgm:pt modelId="{DF3F456F-F865-4928-8BE4-284F8C4FBC69}" type="parTrans" cxnId="{81870009-083D-46FB-A22D-228FFC534015}">
      <dgm:prSet/>
      <dgm:spPr/>
      <dgm:t>
        <a:bodyPr/>
        <a:lstStyle/>
        <a:p>
          <a:endParaRPr lang="en-US"/>
        </a:p>
      </dgm:t>
    </dgm:pt>
    <dgm:pt modelId="{A16C1F53-30D7-4BB1-8F42-E0B4F5170171}" type="sibTrans" cxnId="{81870009-083D-46FB-A22D-228FFC534015}">
      <dgm:prSet/>
      <dgm:spPr/>
      <dgm:t>
        <a:bodyPr/>
        <a:lstStyle/>
        <a:p>
          <a:endParaRPr lang="en-US"/>
        </a:p>
      </dgm:t>
    </dgm:pt>
    <dgm:pt modelId="{010C9C27-D515-40A1-B480-B5022BB13FAD}" type="pres">
      <dgm:prSet presAssocID="{1C89EDA9-028E-4141-83F3-B8B251E1A670}" presName="root" presStyleCnt="0">
        <dgm:presLayoutVars>
          <dgm:dir/>
          <dgm:resizeHandles val="exact"/>
        </dgm:presLayoutVars>
      </dgm:prSet>
      <dgm:spPr/>
    </dgm:pt>
    <dgm:pt modelId="{D601B25B-B7C8-4C22-A659-FDC462E3D741}" type="pres">
      <dgm:prSet presAssocID="{21C56A5B-F3A2-4E4D-AEF1-D6E5E6AFECB8}" presName="compNode" presStyleCnt="0"/>
      <dgm:spPr/>
    </dgm:pt>
    <dgm:pt modelId="{22F040E8-100F-4F16-B522-B09347DA49A7}" type="pres">
      <dgm:prSet presAssocID="{21C56A5B-F3A2-4E4D-AEF1-D6E5E6AFECB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luetooth"/>
        </a:ext>
      </dgm:extLst>
    </dgm:pt>
    <dgm:pt modelId="{D987C350-5845-4DBC-A9DA-7F8487309D65}" type="pres">
      <dgm:prSet presAssocID="{21C56A5B-F3A2-4E4D-AEF1-D6E5E6AFECB8}" presName="spaceRect" presStyleCnt="0"/>
      <dgm:spPr/>
    </dgm:pt>
    <dgm:pt modelId="{97F1C430-559C-48AB-BEFC-EBAC53D8D070}" type="pres">
      <dgm:prSet presAssocID="{21C56A5B-F3A2-4E4D-AEF1-D6E5E6AFECB8}" presName="textRect" presStyleLbl="revTx" presStyleIdx="0" presStyleCnt="5">
        <dgm:presLayoutVars>
          <dgm:chMax val="1"/>
          <dgm:chPref val="1"/>
        </dgm:presLayoutVars>
      </dgm:prSet>
      <dgm:spPr/>
    </dgm:pt>
    <dgm:pt modelId="{7CA5F755-3C97-4758-8E11-3C6EFB7A1897}" type="pres">
      <dgm:prSet presAssocID="{0F7F0D99-BF19-4F3D-98F7-73DE2BBC65C9}" presName="sibTrans" presStyleCnt="0"/>
      <dgm:spPr/>
    </dgm:pt>
    <dgm:pt modelId="{5D3D3196-09E4-44F2-A5A0-1E04C89C5F5F}" type="pres">
      <dgm:prSet presAssocID="{C742E963-21AC-4F28-9548-D7E40BF470C4}" presName="compNode" presStyleCnt="0"/>
      <dgm:spPr/>
    </dgm:pt>
    <dgm:pt modelId="{013CA2BD-2D27-4FE0-BE12-0B8EB6C66B77}" type="pres">
      <dgm:prSet presAssocID="{C742E963-21AC-4F28-9548-D7E40BF470C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reless router"/>
        </a:ext>
      </dgm:extLst>
    </dgm:pt>
    <dgm:pt modelId="{402CB153-956A-452B-AD68-519A72BA87CA}" type="pres">
      <dgm:prSet presAssocID="{C742E963-21AC-4F28-9548-D7E40BF470C4}" presName="spaceRect" presStyleCnt="0"/>
      <dgm:spPr/>
    </dgm:pt>
    <dgm:pt modelId="{665A127E-DF3D-4AFC-93C8-F4D0F3246DFD}" type="pres">
      <dgm:prSet presAssocID="{C742E963-21AC-4F28-9548-D7E40BF470C4}" presName="textRect" presStyleLbl="revTx" presStyleIdx="1" presStyleCnt="5">
        <dgm:presLayoutVars>
          <dgm:chMax val="1"/>
          <dgm:chPref val="1"/>
        </dgm:presLayoutVars>
      </dgm:prSet>
      <dgm:spPr/>
    </dgm:pt>
    <dgm:pt modelId="{12505DDA-DDA4-41EF-B5DA-C67CE6B0DD35}" type="pres">
      <dgm:prSet presAssocID="{33E3E3AF-E64E-415B-B940-E64BF618F3BC}" presName="sibTrans" presStyleCnt="0"/>
      <dgm:spPr/>
    </dgm:pt>
    <dgm:pt modelId="{7D598F54-9A1A-470C-B835-07705B574790}" type="pres">
      <dgm:prSet presAssocID="{B6E2DA23-1AA6-4792-8BED-E8CB51F3CF8E}" presName="compNode" presStyleCnt="0"/>
      <dgm:spPr/>
    </dgm:pt>
    <dgm:pt modelId="{B3751C59-58AF-43B7-B938-1EAEE24655C4}" type="pres">
      <dgm:prSet presAssocID="{B6E2DA23-1AA6-4792-8BED-E8CB51F3CF8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mart Phone"/>
        </a:ext>
      </dgm:extLst>
    </dgm:pt>
    <dgm:pt modelId="{2966194B-245A-4824-8E00-35BCF90CA0E5}" type="pres">
      <dgm:prSet presAssocID="{B6E2DA23-1AA6-4792-8BED-E8CB51F3CF8E}" presName="spaceRect" presStyleCnt="0"/>
      <dgm:spPr/>
    </dgm:pt>
    <dgm:pt modelId="{5074169E-D8BA-4B08-A6B6-E5A8429C162F}" type="pres">
      <dgm:prSet presAssocID="{B6E2DA23-1AA6-4792-8BED-E8CB51F3CF8E}" presName="textRect" presStyleLbl="revTx" presStyleIdx="2" presStyleCnt="5">
        <dgm:presLayoutVars>
          <dgm:chMax val="1"/>
          <dgm:chPref val="1"/>
        </dgm:presLayoutVars>
      </dgm:prSet>
      <dgm:spPr/>
    </dgm:pt>
    <dgm:pt modelId="{E66C0159-5C17-4962-AA09-714389B42407}" type="pres">
      <dgm:prSet presAssocID="{D86B4EEA-55DC-4144-A7D3-C8140D342B26}" presName="sibTrans" presStyleCnt="0"/>
      <dgm:spPr/>
    </dgm:pt>
    <dgm:pt modelId="{0058B277-7FD5-48AE-AF0E-66246FCCE4D1}" type="pres">
      <dgm:prSet presAssocID="{534FBC2B-32EA-4AD0-AC57-DA28172ABD80}" presName="compNode" presStyleCnt="0"/>
      <dgm:spPr/>
    </dgm:pt>
    <dgm:pt modelId="{E46CB285-2F5E-431A-97D9-E637E93CE1BC}" type="pres">
      <dgm:prSet presAssocID="{534FBC2B-32EA-4AD0-AC57-DA28172ABD8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i-Fi"/>
        </a:ext>
      </dgm:extLst>
    </dgm:pt>
    <dgm:pt modelId="{F708829A-50BC-41CE-9304-C7AB145A28F0}" type="pres">
      <dgm:prSet presAssocID="{534FBC2B-32EA-4AD0-AC57-DA28172ABD80}" presName="spaceRect" presStyleCnt="0"/>
      <dgm:spPr/>
    </dgm:pt>
    <dgm:pt modelId="{BCEF2308-90D7-4BBD-8249-889AE4DDAED4}" type="pres">
      <dgm:prSet presAssocID="{534FBC2B-32EA-4AD0-AC57-DA28172ABD80}" presName="textRect" presStyleLbl="revTx" presStyleIdx="3" presStyleCnt="5">
        <dgm:presLayoutVars>
          <dgm:chMax val="1"/>
          <dgm:chPref val="1"/>
        </dgm:presLayoutVars>
      </dgm:prSet>
      <dgm:spPr/>
    </dgm:pt>
    <dgm:pt modelId="{02D0A658-C816-427B-A5E1-726687CD362E}" type="pres">
      <dgm:prSet presAssocID="{D6382A7C-A125-47E9-B176-1A950181E6CC}" presName="sibTrans" presStyleCnt="0"/>
      <dgm:spPr/>
    </dgm:pt>
    <dgm:pt modelId="{3A4B4324-D621-4F96-A81C-3E1F687F9B3C}" type="pres">
      <dgm:prSet presAssocID="{32A2EE16-11E6-4E29-B151-18DD9C34D194}" presName="compNode" presStyleCnt="0"/>
      <dgm:spPr/>
    </dgm:pt>
    <dgm:pt modelId="{FC4F77ED-1A21-4005-B494-CD97BF233A06}" type="pres">
      <dgm:prSet presAssocID="{32A2EE16-11E6-4E29-B151-18DD9C34D19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atellite"/>
        </a:ext>
      </dgm:extLst>
    </dgm:pt>
    <dgm:pt modelId="{EF64E51B-A9D1-41F7-BDDF-6A3D6D92E07E}" type="pres">
      <dgm:prSet presAssocID="{32A2EE16-11E6-4E29-B151-18DD9C34D194}" presName="spaceRect" presStyleCnt="0"/>
      <dgm:spPr/>
    </dgm:pt>
    <dgm:pt modelId="{F3DC75AB-0F4A-4F6E-B80F-4CB70CC03EBA}" type="pres">
      <dgm:prSet presAssocID="{32A2EE16-11E6-4E29-B151-18DD9C34D194}" presName="textRect" presStyleLbl="revTx" presStyleIdx="4" presStyleCnt="5">
        <dgm:presLayoutVars>
          <dgm:chMax val="1"/>
          <dgm:chPref val="1"/>
        </dgm:presLayoutVars>
      </dgm:prSet>
      <dgm:spPr/>
    </dgm:pt>
  </dgm:ptLst>
  <dgm:cxnLst>
    <dgm:cxn modelId="{81870009-083D-46FB-A22D-228FFC534015}" srcId="{1C89EDA9-028E-4141-83F3-B8B251E1A670}" destId="{32A2EE16-11E6-4E29-B151-18DD9C34D194}" srcOrd="4" destOrd="0" parTransId="{DF3F456F-F865-4928-8BE4-284F8C4FBC69}" sibTransId="{A16C1F53-30D7-4BB1-8F42-E0B4F5170171}"/>
    <dgm:cxn modelId="{1C99A429-794A-46E8-A6E0-4AA7F63450C3}" type="presOf" srcId="{32A2EE16-11E6-4E29-B151-18DD9C34D194}" destId="{F3DC75AB-0F4A-4F6E-B80F-4CB70CC03EBA}" srcOrd="0" destOrd="0" presId="urn:microsoft.com/office/officeart/2018/2/layout/IconLabelList"/>
    <dgm:cxn modelId="{8ACE2336-6F82-4A33-BB97-F9FB6EAF0757}" type="presOf" srcId="{534FBC2B-32EA-4AD0-AC57-DA28172ABD80}" destId="{BCEF2308-90D7-4BBD-8249-889AE4DDAED4}" srcOrd="0" destOrd="0" presId="urn:microsoft.com/office/officeart/2018/2/layout/IconLabelList"/>
    <dgm:cxn modelId="{8A99CD40-C888-4A8C-B2C2-BA70AA02E078}" srcId="{1C89EDA9-028E-4141-83F3-B8B251E1A670}" destId="{534FBC2B-32EA-4AD0-AC57-DA28172ABD80}" srcOrd="3" destOrd="0" parTransId="{7F8C78FA-13D6-43AC-9BC7-E97E25F96D31}" sibTransId="{D6382A7C-A125-47E9-B176-1A950181E6CC}"/>
    <dgm:cxn modelId="{08AD5749-D5D9-4DCD-914A-8907AA40276A}" srcId="{1C89EDA9-028E-4141-83F3-B8B251E1A670}" destId="{21C56A5B-F3A2-4E4D-AEF1-D6E5E6AFECB8}" srcOrd="0" destOrd="0" parTransId="{BC1429CB-512E-4719-89CE-06920F6215DF}" sibTransId="{0F7F0D99-BF19-4F3D-98F7-73DE2BBC65C9}"/>
    <dgm:cxn modelId="{33BED769-FB7F-4CAB-956C-52476B7E4018}" type="presOf" srcId="{1C89EDA9-028E-4141-83F3-B8B251E1A670}" destId="{010C9C27-D515-40A1-B480-B5022BB13FAD}" srcOrd="0" destOrd="0" presId="urn:microsoft.com/office/officeart/2018/2/layout/IconLabelList"/>
    <dgm:cxn modelId="{9968056C-4D3B-4C47-8F23-9D4E4B5577AA}" srcId="{1C89EDA9-028E-4141-83F3-B8B251E1A670}" destId="{B6E2DA23-1AA6-4792-8BED-E8CB51F3CF8E}" srcOrd="2" destOrd="0" parTransId="{77646012-85CF-4313-9400-07A8D16556ED}" sibTransId="{D86B4EEA-55DC-4144-A7D3-C8140D342B26}"/>
    <dgm:cxn modelId="{6D8C4E50-9F20-4F16-8D49-C85869D3D43A}" srcId="{1C89EDA9-028E-4141-83F3-B8B251E1A670}" destId="{C742E963-21AC-4F28-9548-D7E40BF470C4}" srcOrd="1" destOrd="0" parTransId="{57B59AB9-66F2-496C-88D2-1969DF1A1A41}" sibTransId="{33E3E3AF-E64E-415B-B940-E64BF618F3BC}"/>
    <dgm:cxn modelId="{CC3B037C-2564-4A44-B3C2-4D449D24A3F0}" type="presOf" srcId="{C742E963-21AC-4F28-9548-D7E40BF470C4}" destId="{665A127E-DF3D-4AFC-93C8-F4D0F3246DFD}" srcOrd="0" destOrd="0" presId="urn:microsoft.com/office/officeart/2018/2/layout/IconLabelList"/>
    <dgm:cxn modelId="{7C4F32A7-08BB-4799-8D05-843277C99198}" type="presOf" srcId="{21C56A5B-F3A2-4E4D-AEF1-D6E5E6AFECB8}" destId="{97F1C430-559C-48AB-BEFC-EBAC53D8D070}" srcOrd="0" destOrd="0" presId="urn:microsoft.com/office/officeart/2018/2/layout/IconLabelList"/>
    <dgm:cxn modelId="{22357EAF-C41E-41C6-9532-0BDE0ABE2421}" type="presOf" srcId="{B6E2DA23-1AA6-4792-8BED-E8CB51F3CF8E}" destId="{5074169E-D8BA-4B08-A6B6-E5A8429C162F}" srcOrd="0" destOrd="0" presId="urn:microsoft.com/office/officeart/2018/2/layout/IconLabelList"/>
    <dgm:cxn modelId="{8415FD2C-015A-49D0-ABF8-0B8686DC5438}" type="presParOf" srcId="{010C9C27-D515-40A1-B480-B5022BB13FAD}" destId="{D601B25B-B7C8-4C22-A659-FDC462E3D741}" srcOrd="0" destOrd="0" presId="urn:microsoft.com/office/officeart/2018/2/layout/IconLabelList"/>
    <dgm:cxn modelId="{71360482-3967-4F66-AC68-83368DC3835C}" type="presParOf" srcId="{D601B25B-B7C8-4C22-A659-FDC462E3D741}" destId="{22F040E8-100F-4F16-B522-B09347DA49A7}" srcOrd="0" destOrd="0" presId="urn:microsoft.com/office/officeart/2018/2/layout/IconLabelList"/>
    <dgm:cxn modelId="{EA7B1BC7-6EED-4EA5-BC5B-C1E0765305D5}" type="presParOf" srcId="{D601B25B-B7C8-4C22-A659-FDC462E3D741}" destId="{D987C350-5845-4DBC-A9DA-7F8487309D65}" srcOrd="1" destOrd="0" presId="urn:microsoft.com/office/officeart/2018/2/layout/IconLabelList"/>
    <dgm:cxn modelId="{0B569B8F-0459-46FD-9242-86AC4E2F3802}" type="presParOf" srcId="{D601B25B-B7C8-4C22-A659-FDC462E3D741}" destId="{97F1C430-559C-48AB-BEFC-EBAC53D8D070}" srcOrd="2" destOrd="0" presId="urn:microsoft.com/office/officeart/2018/2/layout/IconLabelList"/>
    <dgm:cxn modelId="{C6D1BE82-E3EB-40C4-9DA3-10E61C2C4BDC}" type="presParOf" srcId="{010C9C27-D515-40A1-B480-B5022BB13FAD}" destId="{7CA5F755-3C97-4758-8E11-3C6EFB7A1897}" srcOrd="1" destOrd="0" presId="urn:microsoft.com/office/officeart/2018/2/layout/IconLabelList"/>
    <dgm:cxn modelId="{C67F8E13-D30D-42B8-AD14-42B387A6C13D}" type="presParOf" srcId="{010C9C27-D515-40A1-B480-B5022BB13FAD}" destId="{5D3D3196-09E4-44F2-A5A0-1E04C89C5F5F}" srcOrd="2" destOrd="0" presId="urn:microsoft.com/office/officeart/2018/2/layout/IconLabelList"/>
    <dgm:cxn modelId="{3A02817F-6BFA-4C53-905D-64260314AF03}" type="presParOf" srcId="{5D3D3196-09E4-44F2-A5A0-1E04C89C5F5F}" destId="{013CA2BD-2D27-4FE0-BE12-0B8EB6C66B77}" srcOrd="0" destOrd="0" presId="urn:microsoft.com/office/officeart/2018/2/layout/IconLabelList"/>
    <dgm:cxn modelId="{BECB16C6-32CC-4136-9E7D-F318CB7C703D}" type="presParOf" srcId="{5D3D3196-09E4-44F2-A5A0-1E04C89C5F5F}" destId="{402CB153-956A-452B-AD68-519A72BA87CA}" srcOrd="1" destOrd="0" presId="urn:microsoft.com/office/officeart/2018/2/layout/IconLabelList"/>
    <dgm:cxn modelId="{9E4A30DB-2CB5-4CC8-965F-1EB4E9C0B9AE}" type="presParOf" srcId="{5D3D3196-09E4-44F2-A5A0-1E04C89C5F5F}" destId="{665A127E-DF3D-4AFC-93C8-F4D0F3246DFD}" srcOrd="2" destOrd="0" presId="urn:microsoft.com/office/officeart/2018/2/layout/IconLabelList"/>
    <dgm:cxn modelId="{063D63B7-B7E2-40DD-8F65-22C37A79D851}" type="presParOf" srcId="{010C9C27-D515-40A1-B480-B5022BB13FAD}" destId="{12505DDA-DDA4-41EF-B5DA-C67CE6B0DD35}" srcOrd="3" destOrd="0" presId="urn:microsoft.com/office/officeart/2018/2/layout/IconLabelList"/>
    <dgm:cxn modelId="{E113C084-B355-42AC-A96D-BAE6B0586424}" type="presParOf" srcId="{010C9C27-D515-40A1-B480-B5022BB13FAD}" destId="{7D598F54-9A1A-470C-B835-07705B574790}" srcOrd="4" destOrd="0" presId="urn:microsoft.com/office/officeart/2018/2/layout/IconLabelList"/>
    <dgm:cxn modelId="{FFEBB776-005A-404D-B43A-00C8CC6C95D0}" type="presParOf" srcId="{7D598F54-9A1A-470C-B835-07705B574790}" destId="{B3751C59-58AF-43B7-B938-1EAEE24655C4}" srcOrd="0" destOrd="0" presId="urn:microsoft.com/office/officeart/2018/2/layout/IconLabelList"/>
    <dgm:cxn modelId="{D2B9CFD1-2459-470D-A177-8AF251A2FED2}" type="presParOf" srcId="{7D598F54-9A1A-470C-B835-07705B574790}" destId="{2966194B-245A-4824-8E00-35BCF90CA0E5}" srcOrd="1" destOrd="0" presId="urn:microsoft.com/office/officeart/2018/2/layout/IconLabelList"/>
    <dgm:cxn modelId="{0BB70B2D-077F-4E15-B406-353EDB65AF13}" type="presParOf" srcId="{7D598F54-9A1A-470C-B835-07705B574790}" destId="{5074169E-D8BA-4B08-A6B6-E5A8429C162F}" srcOrd="2" destOrd="0" presId="urn:microsoft.com/office/officeart/2018/2/layout/IconLabelList"/>
    <dgm:cxn modelId="{F951791B-92F5-40AE-81C6-B999B50A585D}" type="presParOf" srcId="{010C9C27-D515-40A1-B480-B5022BB13FAD}" destId="{E66C0159-5C17-4962-AA09-714389B42407}" srcOrd="5" destOrd="0" presId="urn:microsoft.com/office/officeart/2018/2/layout/IconLabelList"/>
    <dgm:cxn modelId="{4417F9C8-8127-4A78-9061-6749CE691D39}" type="presParOf" srcId="{010C9C27-D515-40A1-B480-B5022BB13FAD}" destId="{0058B277-7FD5-48AE-AF0E-66246FCCE4D1}" srcOrd="6" destOrd="0" presId="urn:microsoft.com/office/officeart/2018/2/layout/IconLabelList"/>
    <dgm:cxn modelId="{1F0051EE-BF7C-43F3-9DEF-37D1A9CF4870}" type="presParOf" srcId="{0058B277-7FD5-48AE-AF0E-66246FCCE4D1}" destId="{E46CB285-2F5E-431A-97D9-E637E93CE1BC}" srcOrd="0" destOrd="0" presId="urn:microsoft.com/office/officeart/2018/2/layout/IconLabelList"/>
    <dgm:cxn modelId="{A7B29FB2-42AC-42A3-AF8E-FC4F7BDC20FC}" type="presParOf" srcId="{0058B277-7FD5-48AE-AF0E-66246FCCE4D1}" destId="{F708829A-50BC-41CE-9304-C7AB145A28F0}" srcOrd="1" destOrd="0" presId="urn:microsoft.com/office/officeart/2018/2/layout/IconLabelList"/>
    <dgm:cxn modelId="{FDDE5C5F-8BA1-4019-AE06-0B3014FCD713}" type="presParOf" srcId="{0058B277-7FD5-48AE-AF0E-66246FCCE4D1}" destId="{BCEF2308-90D7-4BBD-8249-889AE4DDAED4}" srcOrd="2" destOrd="0" presId="urn:microsoft.com/office/officeart/2018/2/layout/IconLabelList"/>
    <dgm:cxn modelId="{28BC04A1-4A1C-42DC-90AD-5FA113078B15}" type="presParOf" srcId="{010C9C27-D515-40A1-B480-B5022BB13FAD}" destId="{02D0A658-C816-427B-A5E1-726687CD362E}" srcOrd="7" destOrd="0" presId="urn:microsoft.com/office/officeart/2018/2/layout/IconLabelList"/>
    <dgm:cxn modelId="{0C11DBAB-C36C-4303-8AA4-5AD781B7CB89}" type="presParOf" srcId="{010C9C27-D515-40A1-B480-B5022BB13FAD}" destId="{3A4B4324-D621-4F96-A81C-3E1F687F9B3C}" srcOrd="8" destOrd="0" presId="urn:microsoft.com/office/officeart/2018/2/layout/IconLabelList"/>
    <dgm:cxn modelId="{BD9B8507-EA8F-4158-9D10-E69372256EC3}" type="presParOf" srcId="{3A4B4324-D621-4F96-A81C-3E1F687F9B3C}" destId="{FC4F77ED-1A21-4005-B494-CD97BF233A06}" srcOrd="0" destOrd="0" presId="urn:microsoft.com/office/officeart/2018/2/layout/IconLabelList"/>
    <dgm:cxn modelId="{578839FB-35AD-4126-BA70-60D133575BF2}" type="presParOf" srcId="{3A4B4324-D621-4F96-A81C-3E1F687F9B3C}" destId="{EF64E51B-A9D1-41F7-BDDF-6A3D6D92E07E}" srcOrd="1" destOrd="0" presId="urn:microsoft.com/office/officeart/2018/2/layout/IconLabelList"/>
    <dgm:cxn modelId="{953501D6-5A98-435F-AEE0-3183B667C183}" type="presParOf" srcId="{3A4B4324-D621-4F96-A81C-3E1F687F9B3C}" destId="{F3DC75AB-0F4A-4F6E-B80F-4CB70CC03EB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FE61E7-250E-44EA-BB10-AAA834C08E60}"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F5F88C19-39CD-4C53-BF4A-E8A3A50E93C6}">
      <dgm:prSet/>
      <dgm:spPr/>
      <dgm:t>
        <a:bodyPr/>
        <a:lstStyle/>
        <a:p>
          <a:r>
            <a:rPr lang="en-US"/>
            <a:t>Ultimate</a:t>
          </a:r>
        </a:p>
      </dgm:t>
    </dgm:pt>
    <dgm:pt modelId="{728D50D8-EDB9-4B0C-ABE3-495F698C8529}" type="parTrans" cxnId="{4800533E-3945-4030-9274-01C7F07E842C}">
      <dgm:prSet/>
      <dgm:spPr/>
      <dgm:t>
        <a:bodyPr/>
        <a:lstStyle/>
        <a:p>
          <a:endParaRPr lang="en-US"/>
        </a:p>
      </dgm:t>
    </dgm:pt>
    <dgm:pt modelId="{CDB0EADE-1752-4FE5-A9BF-EACAAD289195}" type="sibTrans" cxnId="{4800533E-3945-4030-9274-01C7F07E842C}">
      <dgm:prSet/>
      <dgm:spPr/>
      <dgm:t>
        <a:bodyPr/>
        <a:lstStyle/>
        <a:p>
          <a:endParaRPr lang="en-US"/>
        </a:p>
      </dgm:t>
    </dgm:pt>
    <dgm:pt modelId="{15CE62EF-AFD8-445F-A7B5-FAADE347B2FF}">
      <dgm:prSet/>
      <dgm:spPr/>
      <dgm:t>
        <a:bodyPr/>
        <a:lstStyle/>
        <a:p>
          <a:r>
            <a:rPr lang="en-US"/>
            <a:t>Demonstrate the whole Tracking live. With P2P and independent capability. </a:t>
          </a:r>
        </a:p>
      </dgm:t>
    </dgm:pt>
    <dgm:pt modelId="{DB6145EC-3D35-492E-888F-0FC567B6FFF6}" type="parTrans" cxnId="{286C1805-A632-4025-B9C5-1947E97E9EAF}">
      <dgm:prSet/>
      <dgm:spPr/>
      <dgm:t>
        <a:bodyPr/>
        <a:lstStyle/>
        <a:p>
          <a:endParaRPr lang="en-US"/>
        </a:p>
      </dgm:t>
    </dgm:pt>
    <dgm:pt modelId="{2D9B76D3-CF20-45D8-B6C0-C54CA4900CE7}" type="sibTrans" cxnId="{286C1805-A632-4025-B9C5-1947E97E9EAF}">
      <dgm:prSet/>
      <dgm:spPr/>
      <dgm:t>
        <a:bodyPr/>
        <a:lstStyle/>
        <a:p>
          <a:endParaRPr lang="en-US"/>
        </a:p>
      </dgm:t>
    </dgm:pt>
    <dgm:pt modelId="{63E97829-1ABA-487A-BD7E-930F2F53F785}">
      <dgm:prSet/>
      <dgm:spPr/>
      <dgm:t>
        <a:bodyPr/>
        <a:lstStyle/>
        <a:p>
          <a:r>
            <a:rPr lang="en-US"/>
            <a:t>Intermediate</a:t>
          </a:r>
        </a:p>
      </dgm:t>
    </dgm:pt>
    <dgm:pt modelId="{ED355668-F154-46E9-9689-3316AF3D97CA}" type="parTrans" cxnId="{26A6E256-1793-4056-BD47-C4C4F0EF8780}">
      <dgm:prSet/>
      <dgm:spPr/>
      <dgm:t>
        <a:bodyPr/>
        <a:lstStyle/>
        <a:p>
          <a:endParaRPr lang="en-US"/>
        </a:p>
      </dgm:t>
    </dgm:pt>
    <dgm:pt modelId="{3A88273C-CF80-485C-AA9C-464BC6F895F4}" type="sibTrans" cxnId="{26A6E256-1793-4056-BD47-C4C4F0EF8780}">
      <dgm:prSet/>
      <dgm:spPr/>
      <dgm:t>
        <a:bodyPr/>
        <a:lstStyle/>
        <a:p>
          <a:endParaRPr lang="en-US"/>
        </a:p>
      </dgm:t>
    </dgm:pt>
    <dgm:pt modelId="{4B97DC95-EBEC-4DB4-A90A-543562DE3FB4}">
      <dgm:prSet/>
      <dgm:spPr/>
      <dgm:t>
        <a:bodyPr/>
        <a:lstStyle/>
        <a:p>
          <a:r>
            <a:rPr lang="en-US"/>
            <a:t>Send test packets over the eSIM.</a:t>
          </a:r>
        </a:p>
      </dgm:t>
    </dgm:pt>
    <dgm:pt modelId="{14FB3CE3-B8F9-49E4-A239-32C7CEC9B43D}" type="parTrans" cxnId="{191AFA6A-C211-4642-BA41-43EF2594A548}">
      <dgm:prSet/>
      <dgm:spPr/>
      <dgm:t>
        <a:bodyPr/>
        <a:lstStyle/>
        <a:p>
          <a:endParaRPr lang="en-US"/>
        </a:p>
      </dgm:t>
    </dgm:pt>
    <dgm:pt modelId="{E808D460-E227-4D80-8D5F-D1342EB82407}" type="sibTrans" cxnId="{191AFA6A-C211-4642-BA41-43EF2594A548}">
      <dgm:prSet/>
      <dgm:spPr/>
      <dgm:t>
        <a:bodyPr/>
        <a:lstStyle/>
        <a:p>
          <a:endParaRPr lang="en-US"/>
        </a:p>
      </dgm:t>
    </dgm:pt>
    <dgm:pt modelId="{1E91DA99-A1B7-4D57-B521-B092161DCC2C}">
      <dgm:prSet/>
      <dgm:spPr/>
      <dgm:t>
        <a:bodyPr/>
        <a:lstStyle/>
        <a:p>
          <a:r>
            <a:rPr lang="en-US"/>
            <a:t>Send information to phone.</a:t>
          </a:r>
        </a:p>
      </dgm:t>
    </dgm:pt>
    <dgm:pt modelId="{1231DAFD-95C8-4E61-B79F-4E85579724AE}" type="parTrans" cxnId="{50FDCE86-ACBD-453F-946C-E2CB037B0448}">
      <dgm:prSet/>
      <dgm:spPr/>
      <dgm:t>
        <a:bodyPr/>
        <a:lstStyle/>
        <a:p>
          <a:endParaRPr lang="en-US"/>
        </a:p>
      </dgm:t>
    </dgm:pt>
    <dgm:pt modelId="{7A1C33EC-FF5A-4488-8230-AD16B974A63F}" type="sibTrans" cxnId="{50FDCE86-ACBD-453F-946C-E2CB037B0448}">
      <dgm:prSet/>
      <dgm:spPr/>
      <dgm:t>
        <a:bodyPr/>
        <a:lstStyle/>
        <a:p>
          <a:endParaRPr lang="en-US"/>
        </a:p>
      </dgm:t>
    </dgm:pt>
    <dgm:pt modelId="{EBD9B3CD-E9FB-417D-A8D1-6F1BCC2304D2}">
      <dgm:prSet/>
      <dgm:spPr/>
      <dgm:t>
        <a:bodyPr/>
        <a:lstStyle/>
        <a:p>
          <a:r>
            <a:rPr lang="en-US"/>
            <a:t>The send it from their to end server/computer.</a:t>
          </a:r>
        </a:p>
      </dgm:t>
    </dgm:pt>
    <dgm:pt modelId="{D92846E2-E170-4C85-8AFC-F2567F12B939}" type="parTrans" cxnId="{0770EE9B-4848-4554-8501-2FF54288D7D5}">
      <dgm:prSet/>
      <dgm:spPr/>
      <dgm:t>
        <a:bodyPr/>
        <a:lstStyle/>
        <a:p>
          <a:endParaRPr lang="en-US"/>
        </a:p>
      </dgm:t>
    </dgm:pt>
    <dgm:pt modelId="{BF5CF926-14D2-4CB2-AA96-4BC928EEC851}" type="sibTrans" cxnId="{0770EE9B-4848-4554-8501-2FF54288D7D5}">
      <dgm:prSet/>
      <dgm:spPr/>
      <dgm:t>
        <a:bodyPr/>
        <a:lstStyle/>
        <a:p>
          <a:endParaRPr lang="en-US"/>
        </a:p>
      </dgm:t>
    </dgm:pt>
    <dgm:pt modelId="{536D4528-138D-4DF5-B138-249609500EA4}">
      <dgm:prSet/>
      <dgm:spPr/>
      <dgm:t>
        <a:bodyPr/>
        <a:lstStyle/>
        <a:p>
          <a:r>
            <a:rPr lang="en-US"/>
            <a:t>Test the FSM.</a:t>
          </a:r>
        </a:p>
      </dgm:t>
    </dgm:pt>
    <dgm:pt modelId="{ADC2B2C6-988D-4FD1-A740-1631AD234B9A}" type="parTrans" cxnId="{580AB493-D269-4387-BA93-142552DCC35A}">
      <dgm:prSet/>
      <dgm:spPr/>
      <dgm:t>
        <a:bodyPr/>
        <a:lstStyle/>
        <a:p>
          <a:endParaRPr lang="en-US"/>
        </a:p>
      </dgm:t>
    </dgm:pt>
    <dgm:pt modelId="{B41B9B41-E4BE-4F24-A47D-3DAE6FE2D9F3}" type="sibTrans" cxnId="{580AB493-D269-4387-BA93-142552DCC35A}">
      <dgm:prSet/>
      <dgm:spPr/>
      <dgm:t>
        <a:bodyPr/>
        <a:lstStyle/>
        <a:p>
          <a:endParaRPr lang="en-US"/>
        </a:p>
      </dgm:t>
    </dgm:pt>
    <dgm:pt modelId="{76BFCE54-8252-4347-8591-F17FB639682C}">
      <dgm:prSet/>
      <dgm:spPr/>
      <dgm:t>
        <a:bodyPr/>
        <a:lstStyle/>
        <a:p>
          <a:r>
            <a:rPr lang="en-US"/>
            <a:t>Test the Formater</a:t>
          </a:r>
        </a:p>
      </dgm:t>
    </dgm:pt>
    <dgm:pt modelId="{91F1D652-3755-4373-B25E-6CF7CE60B400}" type="parTrans" cxnId="{A63417ED-D77D-435D-9F70-8AC8E6188EDC}">
      <dgm:prSet/>
      <dgm:spPr/>
      <dgm:t>
        <a:bodyPr/>
        <a:lstStyle/>
        <a:p>
          <a:endParaRPr lang="en-US"/>
        </a:p>
      </dgm:t>
    </dgm:pt>
    <dgm:pt modelId="{3E12917B-3AC9-4324-A6E8-9DDE2396D40D}" type="sibTrans" cxnId="{A63417ED-D77D-435D-9F70-8AC8E6188EDC}">
      <dgm:prSet/>
      <dgm:spPr/>
      <dgm:t>
        <a:bodyPr/>
        <a:lstStyle/>
        <a:p>
          <a:endParaRPr lang="en-US"/>
        </a:p>
      </dgm:t>
    </dgm:pt>
    <dgm:pt modelId="{794C29D7-373C-46DB-AF6F-5BEF0C1C9ED1}" type="pres">
      <dgm:prSet presAssocID="{D4FE61E7-250E-44EA-BB10-AAA834C08E60}" presName="linear" presStyleCnt="0">
        <dgm:presLayoutVars>
          <dgm:dir/>
          <dgm:animLvl val="lvl"/>
          <dgm:resizeHandles val="exact"/>
        </dgm:presLayoutVars>
      </dgm:prSet>
      <dgm:spPr/>
    </dgm:pt>
    <dgm:pt modelId="{AB9BEB5C-F4AB-4AFA-9F2B-E1F1F1E96F58}" type="pres">
      <dgm:prSet presAssocID="{F5F88C19-39CD-4C53-BF4A-E8A3A50E93C6}" presName="parentLin" presStyleCnt="0"/>
      <dgm:spPr/>
    </dgm:pt>
    <dgm:pt modelId="{DDDC064B-B202-4BF8-AC0A-5BE3169E66BE}" type="pres">
      <dgm:prSet presAssocID="{F5F88C19-39CD-4C53-BF4A-E8A3A50E93C6}" presName="parentLeftMargin" presStyleLbl="node1" presStyleIdx="0" presStyleCnt="2"/>
      <dgm:spPr/>
    </dgm:pt>
    <dgm:pt modelId="{2F46B194-11F2-43BA-A2F1-ACC087A1B60E}" type="pres">
      <dgm:prSet presAssocID="{F5F88C19-39CD-4C53-BF4A-E8A3A50E93C6}" presName="parentText" presStyleLbl="node1" presStyleIdx="0" presStyleCnt="2">
        <dgm:presLayoutVars>
          <dgm:chMax val="0"/>
          <dgm:bulletEnabled val="1"/>
        </dgm:presLayoutVars>
      </dgm:prSet>
      <dgm:spPr/>
    </dgm:pt>
    <dgm:pt modelId="{5475371E-1798-4499-B048-4AA8981EBA5E}" type="pres">
      <dgm:prSet presAssocID="{F5F88C19-39CD-4C53-BF4A-E8A3A50E93C6}" presName="negativeSpace" presStyleCnt="0"/>
      <dgm:spPr/>
    </dgm:pt>
    <dgm:pt modelId="{85142D14-81D6-43FB-A897-15DA0686CF4A}" type="pres">
      <dgm:prSet presAssocID="{F5F88C19-39CD-4C53-BF4A-E8A3A50E93C6}" presName="childText" presStyleLbl="conFgAcc1" presStyleIdx="0" presStyleCnt="2">
        <dgm:presLayoutVars>
          <dgm:bulletEnabled val="1"/>
        </dgm:presLayoutVars>
      </dgm:prSet>
      <dgm:spPr/>
    </dgm:pt>
    <dgm:pt modelId="{89949DFB-BD29-42A8-9D76-E851A8858531}" type="pres">
      <dgm:prSet presAssocID="{CDB0EADE-1752-4FE5-A9BF-EACAAD289195}" presName="spaceBetweenRectangles" presStyleCnt="0"/>
      <dgm:spPr/>
    </dgm:pt>
    <dgm:pt modelId="{46370EE7-9FE4-4DE0-9BB6-2981A1EEE283}" type="pres">
      <dgm:prSet presAssocID="{63E97829-1ABA-487A-BD7E-930F2F53F785}" presName="parentLin" presStyleCnt="0"/>
      <dgm:spPr/>
    </dgm:pt>
    <dgm:pt modelId="{917E1E16-F43F-4049-8FDB-1660971FAF83}" type="pres">
      <dgm:prSet presAssocID="{63E97829-1ABA-487A-BD7E-930F2F53F785}" presName="parentLeftMargin" presStyleLbl="node1" presStyleIdx="0" presStyleCnt="2"/>
      <dgm:spPr/>
    </dgm:pt>
    <dgm:pt modelId="{45190F15-061A-45B6-AB34-B8712A4EEC23}" type="pres">
      <dgm:prSet presAssocID="{63E97829-1ABA-487A-BD7E-930F2F53F785}" presName="parentText" presStyleLbl="node1" presStyleIdx="1" presStyleCnt="2">
        <dgm:presLayoutVars>
          <dgm:chMax val="0"/>
          <dgm:bulletEnabled val="1"/>
        </dgm:presLayoutVars>
      </dgm:prSet>
      <dgm:spPr/>
    </dgm:pt>
    <dgm:pt modelId="{9D6877C7-F569-4832-B141-1E5A36ABFB4F}" type="pres">
      <dgm:prSet presAssocID="{63E97829-1ABA-487A-BD7E-930F2F53F785}" presName="negativeSpace" presStyleCnt="0"/>
      <dgm:spPr/>
    </dgm:pt>
    <dgm:pt modelId="{54E0549E-205A-41A3-AA5D-FDE9E93C56B9}" type="pres">
      <dgm:prSet presAssocID="{63E97829-1ABA-487A-BD7E-930F2F53F785}" presName="childText" presStyleLbl="conFgAcc1" presStyleIdx="1" presStyleCnt="2">
        <dgm:presLayoutVars>
          <dgm:bulletEnabled val="1"/>
        </dgm:presLayoutVars>
      </dgm:prSet>
      <dgm:spPr/>
    </dgm:pt>
  </dgm:ptLst>
  <dgm:cxnLst>
    <dgm:cxn modelId="{286C1805-A632-4025-B9C5-1947E97E9EAF}" srcId="{F5F88C19-39CD-4C53-BF4A-E8A3A50E93C6}" destId="{15CE62EF-AFD8-445F-A7B5-FAADE347B2FF}" srcOrd="0" destOrd="0" parTransId="{DB6145EC-3D35-492E-888F-0FC567B6FFF6}" sibTransId="{2D9B76D3-CF20-45D8-B6C0-C54CA4900CE7}"/>
    <dgm:cxn modelId="{D7FB2C2F-4384-4B7F-8954-036531113164}" type="presOf" srcId="{536D4528-138D-4DF5-B138-249609500EA4}" destId="{54E0549E-205A-41A3-AA5D-FDE9E93C56B9}" srcOrd="0" destOrd="3" presId="urn:microsoft.com/office/officeart/2005/8/layout/list1"/>
    <dgm:cxn modelId="{4800533E-3945-4030-9274-01C7F07E842C}" srcId="{D4FE61E7-250E-44EA-BB10-AAA834C08E60}" destId="{F5F88C19-39CD-4C53-BF4A-E8A3A50E93C6}" srcOrd="0" destOrd="0" parTransId="{728D50D8-EDB9-4B0C-ABE3-495F698C8529}" sibTransId="{CDB0EADE-1752-4FE5-A9BF-EACAAD289195}"/>
    <dgm:cxn modelId="{4675A347-178C-4C0B-9AAC-B0C5AB6C054A}" type="presOf" srcId="{EBD9B3CD-E9FB-417D-A8D1-6F1BCC2304D2}" destId="{54E0549E-205A-41A3-AA5D-FDE9E93C56B9}" srcOrd="0" destOrd="2" presId="urn:microsoft.com/office/officeart/2005/8/layout/list1"/>
    <dgm:cxn modelId="{D108C368-AB46-475A-9319-DB0B6136059D}" type="presOf" srcId="{F5F88C19-39CD-4C53-BF4A-E8A3A50E93C6}" destId="{2F46B194-11F2-43BA-A2F1-ACC087A1B60E}" srcOrd="1" destOrd="0" presId="urn:microsoft.com/office/officeart/2005/8/layout/list1"/>
    <dgm:cxn modelId="{191AFA6A-C211-4642-BA41-43EF2594A548}" srcId="{63E97829-1ABA-487A-BD7E-930F2F53F785}" destId="{4B97DC95-EBEC-4DB4-A90A-543562DE3FB4}" srcOrd="0" destOrd="0" parTransId="{14FB3CE3-B8F9-49E4-A239-32C7CEC9B43D}" sibTransId="{E808D460-E227-4D80-8D5F-D1342EB82407}"/>
    <dgm:cxn modelId="{7629D04D-8BCE-4BB4-BA71-6BB8FCB7A283}" type="presOf" srcId="{1E91DA99-A1B7-4D57-B521-B092161DCC2C}" destId="{54E0549E-205A-41A3-AA5D-FDE9E93C56B9}" srcOrd="0" destOrd="1" presId="urn:microsoft.com/office/officeart/2005/8/layout/list1"/>
    <dgm:cxn modelId="{26A6E256-1793-4056-BD47-C4C4F0EF8780}" srcId="{D4FE61E7-250E-44EA-BB10-AAA834C08E60}" destId="{63E97829-1ABA-487A-BD7E-930F2F53F785}" srcOrd="1" destOrd="0" parTransId="{ED355668-F154-46E9-9689-3316AF3D97CA}" sibTransId="{3A88273C-CF80-485C-AA9C-464BC6F895F4}"/>
    <dgm:cxn modelId="{0E3F5E58-9310-46DA-A40E-79B0E72E124D}" type="presOf" srcId="{15CE62EF-AFD8-445F-A7B5-FAADE347B2FF}" destId="{85142D14-81D6-43FB-A897-15DA0686CF4A}" srcOrd="0" destOrd="0" presId="urn:microsoft.com/office/officeart/2005/8/layout/list1"/>
    <dgm:cxn modelId="{80F46D78-3F42-4A14-96C7-424764842E90}" type="presOf" srcId="{D4FE61E7-250E-44EA-BB10-AAA834C08E60}" destId="{794C29D7-373C-46DB-AF6F-5BEF0C1C9ED1}" srcOrd="0" destOrd="0" presId="urn:microsoft.com/office/officeart/2005/8/layout/list1"/>
    <dgm:cxn modelId="{50FDCE86-ACBD-453F-946C-E2CB037B0448}" srcId="{63E97829-1ABA-487A-BD7E-930F2F53F785}" destId="{1E91DA99-A1B7-4D57-B521-B092161DCC2C}" srcOrd="1" destOrd="0" parTransId="{1231DAFD-95C8-4E61-B79F-4E85579724AE}" sibTransId="{7A1C33EC-FF5A-4488-8230-AD16B974A63F}"/>
    <dgm:cxn modelId="{D345A090-D5A7-43B4-A4CC-C4053DE2519F}" type="presOf" srcId="{4B97DC95-EBEC-4DB4-A90A-543562DE3FB4}" destId="{54E0549E-205A-41A3-AA5D-FDE9E93C56B9}" srcOrd="0" destOrd="0" presId="urn:microsoft.com/office/officeart/2005/8/layout/list1"/>
    <dgm:cxn modelId="{580AB493-D269-4387-BA93-142552DCC35A}" srcId="{63E97829-1ABA-487A-BD7E-930F2F53F785}" destId="{536D4528-138D-4DF5-B138-249609500EA4}" srcOrd="2" destOrd="0" parTransId="{ADC2B2C6-988D-4FD1-A740-1631AD234B9A}" sibTransId="{B41B9B41-E4BE-4F24-A47D-3DAE6FE2D9F3}"/>
    <dgm:cxn modelId="{06452197-47F7-4230-BC55-228591DD53B6}" type="presOf" srcId="{63E97829-1ABA-487A-BD7E-930F2F53F785}" destId="{45190F15-061A-45B6-AB34-B8712A4EEC23}" srcOrd="1" destOrd="0" presId="urn:microsoft.com/office/officeart/2005/8/layout/list1"/>
    <dgm:cxn modelId="{0770EE9B-4848-4554-8501-2FF54288D7D5}" srcId="{1E91DA99-A1B7-4D57-B521-B092161DCC2C}" destId="{EBD9B3CD-E9FB-417D-A8D1-6F1BCC2304D2}" srcOrd="0" destOrd="0" parTransId="{D92846E2-E170-4C85-8AFC-F2567F12B939}" sibTransId="{BF5CF926-14D2-4CB2-AA96-4BC928EEC851}"/>
    <dgm:cxn modelId="{3E6713A3-1608-489B-A046-E57156C4B889}" type="presOf" srcId="{F5F88C19-39CD-4C53-BF4A-E8A3A50E93C6}" destId="{DDDC064B-B202-4BF8-AC0A-5BE3169E66BE}" srcOrd="0" destOrd="0" presId="urn:microsoft.com/office/officeart/2005/8/layout/list1"/>
    <dgm:cxn modelId="{C294F3C3-B17D-48AD-B2FE-C2114D8C9F55}" type="presOf" srcId="{63E97829-1ABA-487A-BD7E-930F2F53F785}" destId="{917E1E16-F43F-4049-8FDB-1660971FAF83}" srcOrd="0" destOrd="0" presId="urn:microsoft.com/office/officeart/2005/8/layout/list1"/>
    <dgm:cxn modelId="{A63417ED-D77D-435D-9F70-8AC8E6188EDC}" srcId="{63E97829-1ABA-487A-BD7E-930F2F53F785}" destId="{76BFCE54-8252-4347-8591-F17FB639682C}" srcOrd="3" destOrd="0" parTransId="{91F1D652-3755-4373-B25E-6CF7CE60B400}" sibTransId="{3E12917B-3AC9-4324-A6E8-9DDE2396D40D}"/>
    <dgm:cxn modelId="{0FE560F9-385E-4224-9228-CDBDB968D9B0}" type="presOf" srcId="{76BFCE54-8252-4347-8591-F17FB639682C}" destId="{54E0549E-205A-41A3-AA5D-FDE9E93C56B9}" srcOrd="0" destOrd="4" presId="urn:microsoft.com/office/officeart/2005/8/layout/list1"/>
    <dgm:cxn modelId="{89C4B5C2-241C-4035-9161-46A5DE6BFA9A}" type="presParOf" srcId="{794C29D7-373C-46DB-AF6F-5BEF0C1C9ED1}" destId="{AB9BEB5C-F4AB-4AFA-9F2B-E1F1F1E96F58}" srcOrd="0" destOrd="0" presId="urn:microsoft.com/office/officeart/2005/8/layout/list1"/>
    <dgm:cxn modelId="{10BA575D-3D86-44E6-9852-37A0D81E4901}" type="presParOf" srcId="{AB9BEB5C-F4AB-4AFA-9F2B-E1F1F1E96F58}" destId="{DDDC064B-B202-4BF8-AC0A-5BE3169E66BE}" srcOrd="0" destOrd="0" presId="urn:microsoft.com/office/officeart/2005/8/layout/list1"/>
    <dgm:cxn modelId="{2FBB511B-7B17-4187-8B50-7E0E0AED2BA1}" type="presParOf" srcId="{AB9BEB5C-F4AB-4AFA-9F2B-E1F1F1E96F58}" destId="{2F46B194-11F2-43BA-A2F1-ACC087A1B60E}" srcOrd="1" destOrd="0" presId="urn:microsoft.com/office/officeart/2005/8/layout/list1"/>
    <dgm:cxn modelId="{CD33AF46-3605-4E96-8B0E-5B9360FB26EA}" type="presParOf" srcId="{794C29D7-373C-46DB-AF6F-5BEF0C1C9ED1}" destId="{5475371E-1798-4499-B048-4AA8981EBA5E}" srcOrd="1" destOrd="0" presId="urn:microsoft.com/office/officeart/2005/8/layout/list1"/>
    <dgm:cxn modelId="{1AEAE5F5-BD72-444E-8E6C-A7A13CB1E563}" type="presParOf" srcId="{794C29D7-373C-46DB-AF6F-5BEF0C1C9ED1}" destId="{85142D14-81D6-43FB-A897-15DA0686CF4A}" srcOrd="2" destOrd="0" presId="urn:microsoft.com/office/officeart/2005/8/layout/list1"/>
    <dgm:cxn modelId="{1E8DB65E-3C33-434D-B8DB-A433CDDC2408}" type="presParOf" srcId="{794C29D7-373C-46DB-AF6F-5BEF0C1C9ED1}" destId="{89949DFB-BD29-42A8-9D76-E851A8858531}" srcOrd="3" destOrd="0" presId="urn:microsoft.com/office/officeart/2005/8/layout/list1"/>
    <dgm:cxn modelId="{A23B8408-C73D-4FA0-B83F-16BDFE4F3CEA}" type="presParOf" srcId="{794C29D7-373C-46DB-AF6F-5BEF0C1C9ED1}" destId="{46370EE7-9FE4-4DE0-9BB6-2981A1EEE283}" srcOrd="4" destOrd="0" presId="urn:microsoft.com/office/officeart/2005/8/layout/list1"/>
    <dgm:cxn modelId="{14647C84-1F30-4615-87F5-BEE67DE25403}" type="presParOf" srcId="{46370EE7-9FE4-4DE0-9BB6-2981A1EEE283}" destId="{917E1E16-F43F-4049-8FDB-1660971FAF83}" srcOrd="0" destOrd="0" presId="urn:microsoft.com/office/officeart/2005/8/layout/list1"/>
    <dgm:cxn modelId="{1E908276-7524-4A4A-ACCC-D53CAB71BEA0}" type="presParOf" srcId="{46370EE7-9FE4-4DE0-9BB6-2981A1EEE283}" destId="{45190F15-061A-45B6-AB34-B8712A4EEC23}" srcOrd="1" destOrd="0" presId="urn:microsoft.com/office/officeart/2005/8/layout/list1"/>
    <dgm:cxn modelId="{C59AD8FF-5F4A-42BB-B253-875477F327AA}" type="presParOf" srcId="{794C29D7-373C-46DB-AF6F-5BEF0C1C9ED1}" destId="{9D6877C7-F569-4832-B141-1E5A36ABFB4F}" srcOrd="5" destOrd="0" presId="urn:microsoft.com/office/officeart/2005/8/layout/list1"/>
    <dgm:cxn modelId="{E0D2FC33-AD79-4D93-BA1C-98D57E62CDE6}" type="presParOf" srcId="{794C29D7-373C-46DB-AF6F-5BEF0C1C9ED1}" destId="{54E0549E-205A-41A3-AA5D-FDE9E93C56B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6664070-A91A-49A2-AA7F-BA849CC94AE6}"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1B7A9DA2-BA13-47E0-AD27-C7AFCE082BFC}">
      <dgm:prSet/>
      <dgm:spPr/>
      <dgm:t>
        <a:bodyPr/>
        <a:lstStyle/>
        <a:p>
          <a:r>
            <a:rPr lang="en-US"/>
            <a:t>Antenna performance may be degraded due to small device size and enclosure constraints.</a:t>
          </a:r>
          <a:r>
            <a:rPr lang="en-US" b="1"/>
            <a:t> </a:t>
          </a:r>
          <a:endParaRPr lang="en-US"/>
        </a:p>
      </dgm:t>
    </dgm:pt>
    <dgm:pt modelId="{46E7D166-E9C3-42AD-A242-269708D3F2C2}" type="parTrans" cxnId="{A42141A8-4429-491F-9F5D-CBE699852C24}">
      <dgm:prSet/>
      <dgm:spPr/>
      <dgm:t>
        <a:bodyPr/>
        <a:lstStyle/>
        <a:p>
          <a:endParaRPr lang="en-US"/>
        </a:p>
      </dgm:t>
    </dgm:pt>
    <dgm:pt modelId="{3D902BA5-CC98-4869-A46A-AF36B11155C4}" type="sibTrans" cxnId="{A42141A8-4429-491F-9F5D-CBE699852C24}">
      <dgm:prSet/>
      <dgm:spPr/>
      <dgm:t>
        <a:bodyPr/>
        <a:lstStyle/>
        <a:p>
          <a:endParaRPr lang="en-US"/>
        </a:p>
      </dgm:t>
    </dgm:pt>
    <dgm:pt modelId="{9148128F-8C77-4073-AACE-F5ED5CF54816}">
      <dgm:prSet/>
      <dgm:spPr/>
      <dgm:t>
        <a:bodyPr/>
        <a:lstStyle/>
        <a:p>
          <a:r>
            <a:rPr lang="en-US" b="1"/>
            <a:t>Mitigation:</a:t>
          </a:r>
          <a:r>
            <a:rPr lang="en-US"/>
            <a:t> Prototype with external antennas first to validate RF performance before final miniaturized design.</a:t>
          </a:r>
        </a:p>
      </dgm:t>
    </dgm:pt>
    <dgm:pt modelId="{E28AACCB-981C-44F4-9729-4EE68E13C655}" type="parTrans" cxnId="{D7A16CCD-98D7-4C1F-95DB-043B019D95D4}">
      <dgm:prSet/>
      <dgm:spPr/>
      <dgm:t>
        <a:bodyPr/>
        <a:lstStyle/>
        <a:p>
          <a:endParaRPr lang="en-US"/>
        </a:p>
      </dgm:t>
    </dgm:pt>
    <dgm:pt modelId="{5C0CD86D-9C18-4E64-B7F9-9AAD1B1A2725}" type="sibTrans" cxnId="{D7A16CCD-98D7-4C1F-95DB-043B019D95D4}">
      <dgm:prSet/>
      <dgm:spPr/>
      <dgm:t>
        <a:bodyPr/>
        <a:lstStyle/>
        <a:p>
          <a:endParaRPr lang="en-US"/>
        </a:p>
      </dgm:t>
    </dgm:pt>
    <dgm:pt modelId="{697EDC41-F827-4689-A9D0-B63B0C190DC8}">
      <dgm:prSet/>
      <dgm:spPr/>
      <dgm:t>
        <a:bodyPr/>
        <a:lstStyle/>
        <a:p>
          <a:r>
            <a:rPr lang="en-US"/>
            <a:t>Data security vulnerabilities could expose device location information</a:t>
          </a:r>
        </a:p>
      </dgm:t>
    </dgm:pt>
    <dgm:pt modelId="{F0E2F770-F61E-4648-82AB-3A1A080AD5EE}" type="parTrans" cxnId="{5B0AA8E2-53E6-4441-834E-5FB838134C64}">
      <dgm:prSet/>
      <dgm:spPr/>
      <dgm:t>
        <a:bodyPr/>
        <a:lstStyle/>
        <a:p>
          <a:endParaRPr lang="en-US"/>
        </a:p>
      </dgm:t>
    </dgm:pt>
    <dgm:pt modelId="{61A2B49B-3A9A-4EFF-B0D4-05A485EA17C6}" type="sibTrans" cxnId="{5B0AA8E2-53E6-4441-834E-5FB838134C64}">
      <dgm:prSet/>
      <dgm:spPr/>
      <dgm:t>
        <a:bodyPr/>
        <a:lstStyle/>
        <a:p>
          <a:endParaRPr lang="en-US"/>
        </a:p>
      </dgm:t>
    </dgm:pt>
    <dgm:pt modelId="{7A1E1014-088B-4F0F-9A14-082685CDF1F2}">
      <dgm:prSet/>
      <dgm:spPr/>
      <dgm:t>
        <a:bodyPr/>
        <a:lstStyle/>
        <a:p>
          <a:r>
            <a:rPr lang="en-US" b="1"/>
            <a:t>Mitigation:</a:t>
          </a:r>
          <a:r>
            <a:rPr lang="en-US"/>
            <a:t> Use encrypted communication (TLS over MQTT/HTTPS), device authentication tokens, and secure key storage.</a:t>
          </a:r>
        </a:p>
      </dgm:t>
    </dgm:pt>
    <dgm:pt modelId="{A62434D5-A539-4521-B7E9-EC304A9C6278}" type="parTrans" cxnId="{62A22374-4789-48F7-845F-628FB07ADB2B}">
      <dgm:prSet/>
      <dgm:spPr/>
      <dgm:t>
        <a:bodyPr/>
        <a:lstStyle/>
        <a:p>
          <a:endParaRPr lang="en-US"/>
        </a:p>
      </dgm:t>
    </dgm:pt>
    <dgm:pt modelId="{434AE690-482D-455D-A757-1663199E2918}" type="sibTrans" cxnId="{62A22374-4789-48F7-845F-628FB07ADB2B}">
      <dgm:prSet/>
      <dgm:spPr/>
      <dgm:t>
        <a:bodyPr/>
        <a:lstStyle/>
        <a:p>
          <a:endParaRPr lang="en-US"/>
        </a:p>
      </dgm:t>
    </dgm:pt>
    <dgm:pt modelId="{109003B5-B719-4A89-B2C8-74DCD7D7E864}" type="pres">
      <dgm:prSet presAssocID="{76664070-A91A-49A2-AA7F-BA849CC94AE6}" presName="root" presStyleCnt="0">
        <dgm:presLayoutVars>
          <dgm:dir/>
          <dgm:resizeHandles val="exact"/>
        </dgm:presLayoutVars>
      </dgm:prSet>
      <dgm:spPr/>
    </dgm:pt>
    <dgm:pt modelId="{FAA7D3E3-6FD3-439B-A942-C35A1C16B007}" type="pres">
      <dgm:prSet presAssocID="{76664070-A91A-49A2-AA7F-BA849CC94AE6}" presName="container" presStyleCnt="0">
        <dgm:presLayoutVars>
          <dgm:dir/>
          <dgm:resizeHandles val="exact"/>
        </dgm:presLayoutVars>
      </dgm:prSet>
      <dgm:spPr/>
    </dgm:pt>
    <dgm:pt modelId="{E7C3AF55-B6B0-4C41-88F7-777B93FAD7D7}" type="pres">
      <dgm:prSet presAssocID="{1B7A9DA2-BA13-47E0-AD27-C7AFCE082BFC}" presName="compNode" presStyleCnt="0"/>
      <dgm:spPr/>
    </dgm:pt>
    <dgm:pt modelId="{E720FA85-5BD4-4887-AD1F-304A2742D709}" type="pres">
      <dgm:prSet presAssocID="{1B7A9DA2-BA13-47E0-AD27-C7AFCE082BFC}" presName="iconBgRect" presStyleLbl="bgShp" presStyleIdx="0" presStyleCnt="4"/>
      <dgm:spPr/>
    </dgm:pt>
    <dgm:pt modelId="{7ED9E717-564F-4B69-BBCB-1401430123AE}" type="pres">
      <dgm:prSet presAssocID="{1B7A9DA2-BA13-47E0-AD27-C7AFCE082BF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3E7382CD-2AD5-4068-9FE9-5ACE09F61554}" type="pres">
      <dgm:prSet presAssocID="{1B7A9DA2-BA13-47E0-AD27-C7AFCE082BFC}" presName="spaceRect" presStyleCnt="0"/>
      <dgm:spPr/>
    </dgm:pt>
    <dgm:pt modelId="{60C9D1B2-684D-431E-A6E3-5DA309CD64AE}" type="pres">
      <dgm:prSet presAssocID="{1B7A9DA2-BA13-47E0-AD27-C7AFCE082BFC}" presName="textRect" presStyleLbl="revTx" presStyleIdx="0" presStyleCnt="4">
        <dgm:presLayoutVars>
          <dgm:chMax val="1"/>
          <dgm:chPref val="1"/>
        </dgm:presLayoutVars>
      </dgm:prSet>
      <dgm:spPr/>
    </dgm:pt>
    <dgm:pt modelId="{342DEAF7-CA83-4BDF-AB14-C7717D7F8B8E}" type="pres">
      <dgm:prSet presAssocID="{3D902BA5-CC98-4869-A46A-AF36B11155C4}" presName="sibTrans" presStyleLbl="sibTrans2D1" presStyleIdx="0" presStyleCnt="0"/>
      <dgm:spPr/>
    </dgm:pt>
    <dgm:pt modelId="{92F3C1FE-FA97-4935-B30F-87270E24C4A3}" type="pres">
      <dgm:prSet presAssocID="{9148128F-8C77-4073-AACE-F5ED5CF54816}" presName="compNode" presStyleCnt="0"/>
      <dgm:spPr/>
    </dgm:pt>
    <dgm:pt modelId="{844C55F2-2A80-4781-95CF-1D9A7C57181A}" type="pres">
      <dgm:prSet presAssocID="{9148128F-8C77-4073-AACE-F5ED5CF54816}" presName="iconBgRect" presStyleLbl="bgShp" presStyleIdx="1" presStyleCnt="4"/>
      <dgm:spPr/>
    </dgm:pt>
    <dgm:pt modelId="{99FDBBE8-52DB-4280-AF61-94C0890B3ACC}" type="pres">
      <dgm:prSet presAssocID="{9148128F-8C77-4073-AACE-F5ED5CF5481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9848D78C-CB26-4521-9006-E97172704FCC}" type="pres">
      <dgm:prSet presAssocID="{9148128F-8C77-4073-AACE-F5ED5CF54816}" presName="spaceRect" presStyleCnt="0"/>
      <dgm:spPr/>
    </dgm:pt>
    <dgm:pt modelId="{C847509D-D127-4489-A936-893D728326B9}" type="pres">
      <dgm:prSet presAssocID="{9148128F-8C77-4073-AACE-F5ED5CF54816}" presName="textRect" presStyleLbl="revTx" presStyleIdx="1" presStyleCnt="4">
        <dgm:presLayoutVars>
          <dgm:chMax val="1"/>
          <dgm:chPref val="1"/>
        </dgm:presLayoutVars>
      </dgm:prSet>
      <dgm:spPr/>
    </dgm:pt>
    <dgm:pt modelId="{34279812-23AE-4263-B952-A2736076E08C}" type="pres">
      <dgm:prSet presAssocID="{5C0CD86D-9C18-4E64-B7F9-9AAD1B1A2725}" presName="sibTrans" presStyleLbl="sibTrans2D1" presStyleIdx="0" presStyleCnt="0"/>
      <dgm:spPr/>
    </dgm:pt>
    <dgm:pt modelId="{9B04B85F-4F7C-4B6D-900D-8716209B45D0}" type="pres">
      <dgm:prSet presAssocID="{697EDC41-F827-4689-A9D0-B63B0C190DC8}" presName="compNode" presStyleCnt="0"/>
      <dgm:spPr/>
    </dgm:pt>
    <dgm:pt modelId="{04F04EC9-F53B-468F-AA36-B7EC78038898}" type="pres">
      <dgm:prSet presAssocID="{697EDC41-F827-4689-A9D0-B63B0C190DC8}" presName="iconBgRect" presStyleLbl="bgShp" presStyleIdx="2" presStyleCnt="4"/>
      <dgm:spPr/>
    </dgm:pt>
    <dgm:pt modelId="{E14852F7-2A98-49CC-8B5D-FE477F0397CC}" type="pres">
      <dgm:prSet presAssocID="{697EDC41-F827-4689-A9D0-B63B0C190DC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2C3BD321-7C7A-4A2A-80F7-0288F1531047}" type="pres">
      <dgm:prSet presAssocID="{697EDC41-F827-4689-A9D0-B63B0C190DC8}" presName="spaceRect" presStyleCnt="0"/>
      <dgm:spPr/>
    </dgm:pt>
    <dgm:pt modelId="{D65E9119-00B1-49B0-9BD4-4392163756AE}" type="pres">
      <dgm:prSet presAssocID="{697EDC41-F827-4689-A9D0-B63B0C190DC8}" presName="textRect" presStyleLbl="revTx" presStyleIdx="2" presStyleCnt="4">
        <dgm:presLayoutVars>
          <dgm:chMax val="1"/>
          <dgm:chPref val="1"/>
        </dgm:presLayoutVars>
      </dgm:prSet>
      <dgm:spPr/>
    </dgm:pt>
    <dgm:pt modelId="{D4757DB8-49C4-4AD6-86CF-860AA1DBBFF9}" type="pres">
      <dgm:prSet presAssocID="{61A2B49B-3A9A-4EFF-B0D4-05A485EA17C6}" presName="sibTrans" presStyleLbl="sibTrans2D1" presStyleIdx="0" presStyleCnt="0"/>
      <dgm:spPr/>
    </dgm:pt>
    <dgm:pt modelId="{A9B32321-CD2B-4C09-BBA7-DFBC631547C8}" type="pres">
      <dgm:prSet presAssocID="{7A1E1014-088B-4F0F-9A14-082685CDF1F2}" presName="compNode" presStyleCnt="0"/>
      <dgm:spPr/>
    </dgm:pt>
    <dgm:pt modelId="{5F56A389-2664-4FAE-BB06-B18EE5514409}" type="pres">
      <dgm:prSet presAssocID="{7A1E1014-088B-4F0F-9A14-082685CDF1F2}" presName="iconBgRect" presStyleLbl="bgShp" presStyleIdx="3" presStyleCnt="4"/>
      <dgm:spPr/>
    </dgm:pt>
    <dgm:pt modelId="{4AD3C85C-FF1A-49EC-AA9B-DB4283E5FD3D}" type="pres">
      <dgm:prSet presAssocID="{7A1E1014-088B-4F0F-9A14-082685CDF1F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ey"/>
        </a:ext>
      </dgm:extLst>
    </dgm:pt>
    <dgm:pt modelId="{B5BD94B3-25C4-4A3D-A712-16F1877282B3}" type="pres">
      <dgm:prSet presAssocID="{7A1E1014-088B-4F0F-9A14-082685CDF1F2}" presName="spaceRect" presStyleCnt="0"/>
      <dgm:spPr/>
    </dgm:pt>
    <dgm:pt modelId="{6B29ED64-95A3-4C8A-9EDF-6E5E4D043AB0}" type="pres">
      <dgm:prSet presAssocID="{7A1E1014-088B-4F0F-9A14-082685CDF1F2}" presName="textRect" presStyleLbl="revTx" presStyleIdx="3" presStyleCnt="4">
        <dgm:presLayoutVars>
          <dgm:chMax val="1"/>
          <dgm:chPref val="1"/>
        </dgm:presLayoutVars>
      </dgm:prSet>
      <dgm:spPr/>
    </dgm:pt>
  </dgm:ptLst>
  <dgm:cxnLst>
    <dgm:cxn modelId="{A087550F-26F7-478C-A5A0-B216CAAD1334}" type="presOf" srcId="{9148128F-8C77-4073-AACE-F5ED5CF54816}" destId="{C847509D-D127-4489-A936-893D728326B9}" srcOrd="0" destOrd="0" presId="urn:microsoft.com/office/officeart/2018/2/layout/IconCircleList"/>
    <dgm:cxn modelId="{42CD421A-76D3-4643-901B-D698076BBE73}" type="presOf" srcId="{697EDC41-F827-4689-A9D0-B63B0C190DC8}" destId="{D65E9119-00B1-49B0-9BD4-4392163756AE}" srcOrd="0" destOrd="0" presId="urn:microsoft.com/office/officeart/2018/2/layout/IconCircleList"/>
    <dgm:cxn modelId="{52A87E1F-1A00-4A69-95FB-37A9C59A1B17}" type="presOf" srcId="{5C0CD86D-9C18-4E64-B7F9-9AAD1B1A2725}" destId="{34279812-23AE-4263-B952-A2736076E08C}" srcOrd="0" destOrd="0" presId="urn:microsoft.com/office/officeart/2018/2/layout/IconCircleList"/>
    <dgm:cxn modelId="{3BB39F36-20A5-431C-AB10-0C0DF709BD0D}" type="presOf" srcId="{76664070-A91A-49A2-AA7F-BA849CC94AE6}" destId="{109003B5-B719-4A89-B2C8-74DCD7D7E864}" srcOrd="0" destOrd="0" presId="urn:microsoft.com/office/officeart/2018/2/layout/IconCircleList"/>
    <dgm:cxn modelId="{F026406D-3F01-4480-93E6-51E257A4626F}" type="presOf" srcId="{3D902BA5-CC98-4869-A46A-AF36B11155C4}" destId="{342DEAF7-CA83-4BDF-AB14-C7717D7F8B8E}" srcOrd="0" destOrd="0" presId="urn:microsoft.com/office/officeart/2018/2/layout/IconCircleList"/>
    <dgm:cxn modelId="{62A22374-4789-48F7-845F-628FB07ADB2B}" srcId="{76664070-A91A-49A2-AA7F-BA849CC94AE6}" destId="{7A1E1014-088B-4F0F-9A14-082685CDF1F2}" srcOrd="3" destOrd="0" parTransId="{A62434D5-A539-4521-B7E9-EC304A9C6278}" sibTransId="{434AE690-482D-455D-A757-1663199E2918}"/>
    <dgm:cxn modelId="{CACD928A-4529-42BA-866C-877497CE298C}" type="presOf" srcId="{61A2B49B-3A9A-4EFF-B0D4-05A485EA17C6}" destId="{D4757DB8-49C4-4AD6-86CF-860AA1DBBFF9}" srcOrd="0" destOrd="0" presId="urn:microsoft.com/office/officeart/2018/2/layout/IconCircleList"/>
    <dgm:cxn modelId="{A42141A8-4429-491F-9F5D-CBE699852C24}" srcId="{76664070-A91A-49A2-AA7F-BA849CC94AE6}" destId="{1B7A9DA2-BA13-47E0-AD27-C7AFCE082BFC}" srcOrd="0" destOrd="0" parTransId="{46E7D166-E9C3-42AD-A242-269708D3F2C2}" sibTransId="{3D902BA5-CC98-4869-A46A-AF36B11155C4}"/>
    <dgm:cxn modelId="{2AD608AA-461E-463F-B453-6A7A3F77C8E9}" type="presOf" srcId="{1B7A9DA2-BA13-47E0-AD27-C7AFCE082BFC}" destId="{60C9D1B2-684D-431E-A6E3-5DA309CD64AE}" srcOrd="0" destOrd="0" presId="urn:microsoft.com/office/officeart/2018/2/layout/IconCircleList"/>
    <dgm:cxn modelId="{D7A16CCD-98D7-4C1F-95DB-043B019D95D4}" srcId="{76664070-A91A-49A2-AA7F-BA849CC94AE6}" destId="{9148128F-8C77-4073-AACE-F5ED5CF54816}" srcOrd="1" destOrd="0" parTransId="{E28AACCB-981C-44F4-9729-4EE68E13C655}" sibTransId="{5C0CD86D-9C18-4E64-B7F9-9AAD1B1A2725}"/>
    <dgm:cxn modelId="{5B0AA8E2-53E6-4441-834E-5FB838134C64}" srcId="{76664070-A91A-49A2-AA7F-BA849CC94AE6}" destId="{697EDC41-F827-4689-A9D0-B63B0C190DC8}" srcOrd="2" destOrd="0" parTransId="{F0E2F770-F61E-4648-82AB-3A1A080AD5EE}" sibTransId="{61A2B49B-3A9A-4EFF-B0D4-05A485EA17C6}"/>
    <dgm:cxn modelId="{86FED8F2-B72E-4EF7-AD2D-443EC95E3DD7}" type="presOf" srcId="{7A1E1014-088B-4F0F-9A14-082685CDF1F2}" destId="{6B29ED64-95A3-4C8A-9EDF-6E5E4D043AB0}" srcOrd="0" destOrd="0" presId="urn:microsoft.com/office/officeart/2018/2/layout/IconCircleList"/>
    <dgm:cxn modelId="{8C7CC39B-7CE1-4E90-A7E0-503B0EB84559}" type="presParOf" srcId="{109003B5-B719-4A89-B2C8-74DCD7D7E864}" destId="{FAA7D3E3-6FD3-439B-A942-C35A1C16B007}" srcOrd="0" destOrd="0" presId="urn:microsoft.com/office/officeart/2018/2/layout/IconCircleList"/>
    <dgm:cxn modelId="{E02A2E73-6405-43E0-AE2E-017EC08A7CF3}" type="presParOf" srcId="{FAA7D3E3-6FD3-439B-A942-C35A1C16B007}" destId="{E7C3AF55-B6B0-4C41-88F7-777B93FAD7D7}" srcOrd="0" destOrd="0" presId="urn:microsoft.com/office/officeart/2018/2/layout/IconCircleList"/>
    <dgm:cxn modelId="{1D076862-8CC1-4B79-803B-A68402C864FA}" type="presParOf" srcId="{E7C3AF55-B6B0-4C41-88F7-777B93FAD7D7}" destId="{E720FA85-5BD4-4887-AD1F-304A2742D709}" srcOrd="0" destOrd="0" presId="urn:microsoft.com/office/officeart/2018/2/layout/IconCircleList"/>
    <dgm:cxn modelId="{F7F9A520-2F1F-48BC-B40B-2FECB343F158}" type="presParOf" srcId="{E7C3AF55-B6B0-4C41-88F7-777B93FAD7D7}" destId="{7ED9E717-564F-4B69-BBCB-1401430123AE}" srcOrd="1" destOrd="0" presId="urn:microsoft.com/office/officeart/2018/2/layout/IconCircleList"/>
    <dgm:cxn modelId="{000B30D9-DC3A-4308-B2A9-220226455F2A}" type="presParOf" srcId="{E7C3AF55-B6B0-4C41-88F7-777B93FAD7D7}" destId="{3E7382CD-2AD5-4068-9FE9-5ACE09F61554}" srcOrd="2" destOrd="0" presId="urn:microsoft.com/office/officeart/2018/2/layout/IconCircleList"/>
    <dgm:cxn modelId="{8A146ECA-AD44-4E1B-A5F8-0967779DF3D8}" type="presParOf" srcId="{E7C3AF55-B6B0-4C41-88F7-777B93FAD7D7}" destId="{60C9D1B2-684D-431E-A6E3-5DA309CD64AE}" srcOrd="3" destOrd="0" presId="urn:microsoft.com/office/officeart/2018/2/layout/IconCircleList"/>
    <dgm:cxn modelId="{12F41FB1-8926-4514-94B7-6A9D2B3EB6EC}" type="presParOf" srcId="{FAA7D3E3-6FD3-439B-A942-C35A1C16B007}" destId="{342DEAF7-CA83-4BDF-AB14-C7717D7F8B8E}" srcOrd="1" destOrd="0" presId="urn:microsoft.com/office/officeart/2018/2/layout/IconCircleList"/>
    <dgm:cxn modelId="{0E602EA3-5C82-4F5D-9980-9A21A01BAF35}" type="presParOf" srcId="{FAA7D3E3-6FD3-439B-A942-C35A1C16B007}" destId="{92F3C1FE-FA97-4935-B30F-87270E24C4A3}" srcOrd="2" destOrd="0" presId="urn:microsoft.com/office/officeart/2018/2/layout/IconCircleList"/>
    <dgm:cxn modelId="{6252997D-9833-48F8-93CC-66B0738BD3AA}" type="presParOf" srcId="{92F3C1FE-FA97-4935-B30F-87270E24C4A3}" destId="{844C55F2-2A80-4781-95CF-1D9A7C57181A}" srcOrd="0" destOrd="0" presId="urn:microsoft.com/office/officeart/2018/2/layout/IconCircleList"/>
    <dgm:cxn modelId="{6C30A31D-7359-460F-9A2D-EC3A9150364F}" type="presParOf" srcId="{92F3C1FE-FA97-4935-B30F-87270E24C4A3}" destId="{99FDBBE8-52DB-4280-AF61-94C0890B3ACC}" srcOrd="1" destOrd="0" presId="urn:microsoft.com/office/officeart/2018/2/layout/IconCircleList"/>
    <dgm:cxn modelId="{BF43AF45-8D4F-400D-B3E0-0B49617BC269}" type="presParOf" srcId="{92F3C1FE-FA97-4935-B30F-87270E24C4A3}" destId="{9848D78C-CB26-4521-9006-E97172704FCC}" srcOrd="2" destOrd="0" presId="urn:microsoft.com/office/officeart/2018/2/layout/IconCircleList"/>
    <dgm:cxn modelId="{5BA9EE8D-10D3-4B86-979E-7D8DD222B12F}" type="presParOf" srcId="{92F3C1FE-FA97-4935-B30F-87270E24C4A3}" destId="{C847509D-D127-4489-A936-893D728326B9}" srcOrd="3" destOrd="0" presId="urn:microsoft.com/office/officeart/2018/2/layout/IconCircleList"/>
    <dgm:cxn modelId="{F907B0B2-A8DA-4539-9F5C-273DC0BB9F8E}" type="presParOf" srcId="{FAA7D3E3-6FD3-439B-A942-C35A1C16B007}" destId="{34279812-23AE-4263-B952-A2736076E08C}" srcOrd="3" destOrd="0" presId="urn:microsoft.com/office/officeart/2018/2/layout/IconCircleList"/>
    <dgm:cxn modelId="{15561377-3C57-41AA-8CFE-953E975E332C}" type="presParOf" srcId="{FAA7D3E3-6FD3-439B-A942-C35A1C16B007}" destId="{9B04B85F-4F7C-4B6D-900D-8716209B45D0}" srcOrd="4" destOrd="0" presId="urn:microsoft.com/office/officeart/2018/2/layout/IconCircleList"/>
    <dgm:cxn modelId="{9A1E9078-F15B-4B80-B1CC-7619FC1C242A}" type="presParOf" srcId="{9B04B85F-4F7C-4B6D-900D-8716209B45D0}" destId="{04F04EC9-F53B-468F-AA36-B7EC78038898}" srcOrd="0" destOrd="0" presId="urn:microsoft.com/office/officeart/2018/2/layout/IconCircleList"/>
    <dgm:cxn modelId="{96391F74-5BAF-4FF4-97E4-1E1F5B835D6F}" type="presParOf" srcId="{9B04B85F-4F7C-4B6D-900D-8716209B45D0}" destId="{E14852F7-2A98-49CC-8B5D-FE477F0397CC}" srcOrd="1" destOrd="0" presId="urn:microsoft.com/office/officeart/2018/2/layout/IconCircleList"/>
    <dgm:cxn modelId="{13878AFE-09F8-4A99-BDEB-B3A8930D1271}" type="presParOf" srcId="{9B04B85F-4F7C-4B6D-900D-8716209B45D0}" destId="{2C3BD321-7C7A-4A2A-80F7-0288F1531047}" srcOrd="2" destOrd="0" presId="urn:microsoft.com/office/officeart/2018/2/layout/IconCircleList"/>
    <dgm:cxn modelId="{F5858B7B-C90D-477A-AE48-50AD4E74C462}" type="presParOf" srcId="{9B04B85F-4F7C-4B6D-900D-8716209B45D0}" destId="{D65E9119-00B1-49B0-9BD4-4392163756AE}" srcOrd="3" destOrd="0" presId="urn:microsoft.com/office/officeart/2018/2/layout/IconCircleList"/>
    <dgm:cxn modelId="{CA028ECD-27D5-4685-98FB-14B52D6629E1}" type="presParOf" srcId="{FAA7D3E3-6FD3-439B-A942-C35A1C16B007}" destId="{D4757DB8-49C4-4AD6-86CF-860AA1DBBFF9}" srcOrd="5" destOrd="0" presId="urn:microsoft.com/office/officeart/2018/2/layout/IconCircleList"/>
    <dgm:cxn modelId="{D52CABC0-4597-4D80-9197-61EF96A5EF30}" type="presParOf" srcId="{FAA7D3E3-6FD3-439B-A942-C35A1C16B007}" destId="{A9B32321-CD2B-4C09-BBA7-DFBC631547C8}" srcOrd="6" destOrd="0" presId="urn:microsoft.com/office/officeart/2018/2/layout/IconCircleList"/>
    <dgm:cxn modelId="{4FE5928C-3F17-4588-8A3D-154CDDB70525}" type="presParOf" srcId="{A9B32321-CD2B-4C09-BBA7-DFBC631547C8}" destId="{5F56A389-2664-4FAE-BB06-B18EE5514409}" srcOrd="0" destOrd="0" presId="urn:microsoft.com/office/officeart/2018/2/layout/IconCircleList"/>
    <dgm:cxn modelId="{AC0ECC80-BA1B-4E8E-B544-520EDB5677AE}" type="presParOf" srcId="{A9B32321-CD2B-4C09-BBA7-DFBC631547C8}" destId="{4AD3C85C-FF1A-49EC-AA9B-DB4283E5FD3D}" srcOrd="1" destOrd="0" presId="urn:microsoft.com/office/officeart/2018/2/layout/IconCircleList"/>
    <dgm:cxn modelId="{378113F3-6649-4861-88B1-0BA329FD878E}" type="presParOf" srcId="{A9B32321-CD2B-4C09-BBA7-DFBC631547C8}" destId="{B5BD94B3-25C4-4A3D-A712-16F1877282B3}" srcOrd="2" destOrd="0" presId="urn:microsoft.com/office/officeart/2018/2/layout/IconCircleList"/>
    <dgm:cxn modelId="{8B309C4C-1A1D-4972-9F1F-7009BA62E513}" type="presParOf" srcId="{A9B32321-CD2B-4C09-BBA7-DFBC631547C8}" destId="{6B29ED64-95A3-4C8A-9EDF-6E5E4D043AB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F040E8-100F-4F16-B522-B09347DA49A7}">
      <dsp:nvSpPr>
        <dsp:cNvPr id="0" name=""/>
        <dsp:cNvSpPr/>
      </dsp:nvSpPr>
      <dsp:spPr>
        <a:xfrm>
          <a:off x="622800" y="358507"/>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F1C430-559C-48AB-BEFC-EBAC53D8D070}">
      <dsp:nvSpPr>
        <dsp:cNvPr id="0" name=""/>
        <dsp:cNvSpPr/>
      </dsp:nvSpPr>
      <dsp:spPr>
        <a:xfrm>
          <a:off x="127800" y="143855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Bluetooth (BLE) module</a:t>
          </a:r>
        </a:p>
      </dsp:txBody>
      <dsp:txXfrm>
        <a:off x="127800" y="1438550"/>
        <a:ext cx="1800000" cy="720000"/>
      </dsp:txXfrm>
    </dsp:sp>
    <dsp:sp modelId="{013CA2BD-2D27-4FE0-BE12-0B8EB6C66B77}">
      <dsp:nvSpPr>
        <dsp:cNvPr id="0" name=""/>
        <dsp:cNvSpPr/>
      </dsp:nvSpPr>
      <dsp:spPr>
        <a:xfrm>
          <a:off x="2737800" y="358507"/>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5A127E-DF3D-4AFC-93C8-F4D0F3246DFD}">
      <dsp:nvSpPr>
        <dsp:cNvPr id="0" name=""/>
        <dsp:cNvSpPr/>
      </dsp:nvSpPr>
      <dsp:spPr>
        <a:xfrm>
          <a:off x="2242800" y="143855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GNSS (GPS) receiver module</a:t>
          </a:r>
        </a:p>
      </dsp:txBody>
      <dsp:txXfrm>
        <a:off x="2242800" y="1438550"/>
        <a:ext cx="1800000" cy="720000"/>
      </dsp:txXfrm>
    </dsp:sp>
    <dsp:sp modelId="{B3751C59-58AF-43B7-B938-1EAEE24655C4}">
      <dsp:nvSpPr>
        <dsp:cNvPr id="0" name=""/>
        <dsp:cNvSpPr/>
      </dsp:nvSpPr>
      <dsp:spPr>
        <a:xfrm>
          <a:off x="4852800" y="358507"/>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74169E-D8BA-4B08-A6B6-E5A8429C162F}">
      <dsp:nvSpPr>
        <dsp:cNvPr id="0" name=""/>
        <dsp:cNvSpPr/>
      </dsp:nvSpPr>
      <dsp:spPr>
        <a:xfrm>
          <a:off x="4357800" y="143855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SIM</a:t>
          </a:r>
        </a:p>
      </dsp:txBody>
      <dsp:txXfrm>
        <a:off x="4357800" y="1438550"/>
        <a:ext cx="1800000" cy="720000"/>
      </dsp:txXfrm>
    </dsp:sp>
    <dsp:sp modelId="{E46CB285-2F5E-431A-97D9-E637E93CE1BC}">
      <dsp:nvSpPr>
        <dsp:cNvPr id="0" name=""/>
        <dsp:cNvSpPr/>
      </dsp:nvSpPr>
      <dsp:spPr>
        <a:xfrm>
          <a:off x="6967800" y="358507"/>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EF2308-90D7-4BBD-8249-889AE4DDAED4}">
      <dsp:nvSpPr>
        <dsp:cNvPr id="0" name=""/>
        <dsp:cNvSpPr/>
      </dsp:nvSpPr>
      <dsp:spPr>
        <a:xfrm>
          <a:off x="6472800" y="143855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NB-IoT Modem module</a:t>
          </a:r>
        </a:p>
      </dsp:txBody>
      <dsp:txXfrm>
        <a:off x="6472800" y="1438550"/>
        <a:ext cx="1800000" cy="720000"/>
      </dsp:txXfrm>
    </dsp:sp>
    <dsp:sp modelId="{FC4F77ED-1A21-4005-B494-CD97BF233A06}">
      <dsp:nvSpPr>
        <dsp:cNvPr id="0" name=""/>
        <dsp:cNvSpPr/>
      </dsp:nvSpPr>
      <dsp:spPr>
        <a:xfrm>
          <a:off x="9082800" y="358507"/>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DC75AB-0F4A-4F6E-B80F-4CB70CC03EBA}">
      <dsp:nvSpPr>
        <dsp:cNvPr id="0" name=""/>
        <dsp:cNvSpPr/>
      </dsp:nvSpPr>
      <dsp:spPr>
        <a:xfrm>
          <a:off x="8587800" y="143855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antennas</a:t>
          </a:r>
        </a:p>
      </dsp:txBody>
      <dsp:txXfrm>
        <a:off x="8587800" y="1438550"/>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42D14-81D6-43FB-A897-15DA0686CF4A}">
      <dsp:nvSpPr>
        <dsp:cNvPr id="0" name=""/>
        <dsp:cNvSpPr/>
      </dsp:nvSpPr>
      <dsp:spPr>
        <a:xfrm>
          <a:off x="0" y="415084"/>
          <a:ext cx="6666833" cy="1417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Demonstrate the whole Tracking live. With P2P and independent capability. </a:t>
          </a:r>
        </a:p>
      </dsp:txBody>
      <dsp:txXfrm>
        <a:off x="0" y="415084"/>
        <a:ext cx="6666833" cy="1417500"/>
      </dsp:txXfrm>
    </dsp:sp>
    <dsp:sp modelId="{2F46B194-11F2-43BA-A2F1-ACC087A1B60E}">
      <dsp:nvSpPr>
        <dsp:cNvPr id="0" name=""/>
        <dsp:cNvSpPr/>
      </dsp:nvSpPr>
      <dsp:spPr>
        <a:xfrm>
          <a:off x="333341" y="46084"/>
          <a:ext cx="4666783" cy="7380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a:t>Ultimate</a:t>
          </a:r>
        </a:p>
      </dsp:txBody>
      <dsp:txXfrm>
        <a:off x="369367" y="82110"/>
        <a:ext cx="4594731" cy="665948"/>
      </dsp:txXfrm>
    </dsp:sp>
    <dsp:sp modelId="{54E0549E-205A-41A3-AA5D-FDE9E93C56B9}">
      <dsp:nvSpPr>
        <dsp:cNvPr id="0" name=""/>
        <dsp:cNvSpPr/>
      </dsp:nvSpPr>
      <dsp:spPr>
        <a:xfrm>
          <a:off x="0" y="2336585"/>
          <a:ext cx="6666833" cy="307125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Send test packets over the eSIM.</a:t>
          </a:r>
        </a:p>
        <a:p>
          <a:pPr marL="228600" lvl="1" indent="-228600" algn="l" defTabSz="1111250">
            <a:lnSpc>
              <a:spcPct val="90000"/>
            </a:lnSpc>
            <a:spcBef>
              <a:spcPct val="0"/>
            </a:spcBef>
            <a:spcAft>
              <a:spcPct val="15000"/>
            </a:spcAft>
            <a:buChar char="•"/>
          </a:pPr>
          <a:r>
            <a:rPr lang="en-US" sz="2500" kern="1200"/>
            <a:t>Send information to phone.</a:t>
          </a:r>
        </a:p>
        <a:p>
          <a:pPr marL="457200" lvl="2" indent="-228600" algn="l" defTabSz="1111250">
            <a:lnSpc>
              <a:spcPct val="90000"/>
            </a:lnSpc>
            <a:spcBef>
              <a:spcPct val="0"/>
            </a:spcBef>
            <a:spcAft>
              <a:spcPct val="15000"/>
            </a:spcAft>
            <a:buChar char="•"/>
          </a:pPr>
          <a:r>
            <a:rPr lang="en-US" sz="2500" kern="1200"/>
            <a:t>The send it from their to end server/computer.</a:t>
          </a:r>
        </a:p>
        <a:p>
          <a:pPr marL="228600" lvl="1" indent="-228600" algn="l" defTabSz="1111250">
            <a:lnSpc>
              <a:spcPct val="90000"/>
            </a:lnSpc>
            <a:spcBef>
              <a:spcPct val="0"/>
            </a:spcBef>
            <a:spcAft>
              <a:spcPct val="15000"/>
            </a:spcAft>
            <a:buChar char="•"/>
          </a:pPr>
          <a:r>
            <a:rPr lang="en-US" sz="2500" kern="1200"/>
            <a:t>Test the FSM.</a:t>
          </a:r>
        </a:p>
        <a:p>
          <a:pPr marL="228600" lvl="1" indent="-228600" algn="l" defTabSz="1111250">
            <a:lnSpc>
              <a:spcPct val="90000"/>
            </a:lnSpc>
            <a:spcBef>
              <a:spcPct val="0"/>
            </a:spcBef>
            <a:spcAft>
              <a:spcPct val="15000"/>
            </a:spcAft>
            <a:buChar char="•"/>
          </a:pPr>
          <a:r>
            <a:rPr lang="en-US" sz="2500" kern="1200"/>
            <a:t>Test the Formater</a:t>
          </a:r>
        </a:p>
      </dsp:txBody>
      <dsp:txXfrm>
        <a:off x="0" y="2336585"/>
        <a:ext cx="6666833" cy="3071250"/>
      </dsp:txXfrm>
    </dsp:sp>
    <dsp:sp modelId="{45190F15-061A-45B6-AB34-B8712A4EEC23}">
      <dsp:nvSpPr>
        <dsp:cNvPr id="0" name=""/>
        <dsp:cNvSpPr/>
      </dsp:nvSpPr>
      <dsp:spPr>
        <a:xfrm>
          <a:off x="333341" y="1967585"/>
          <a:ext cx="4666783" cy="73800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a:t>Intermediate</a:t>
          </a:r>
        </a:p>
      </dsp:txBody>
      <dsp:txXfrm>
        <a:off x="369367" y="2003611"/>
        <a:ext cx="4594731"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20FA85-5BD4-4887-AD1F-304A2742D709}">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D9E717-564F-4B69-BBCB-1401430123AE}">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C9D1B2-684D-431E-A6E3-5DA309CD64AE}">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Antenna performance may be degraded due to small device size and enclosure constraints.</a:t>
          </a:r>
          <a:r>
            <a:rPr lang="en-US" sz="1900" b="1" kern="1200"/>
            <a:t> </a:t>
          </a:r>
          <a:endParaRPr lang="en-US" sz="1900" kern="1200"/>
        </a:p>
      </dsp:txBody>
      <dsp:txXfrm>
        <a:off x="1948202" y="368029"/>
        <a:ext cx="3233964" cy="1371985"/>
      </dsp:txXfrm>
    </dsp:sp>
    <dsp:sp modelId="{844C55F2-2A80-4781-95CF-1D9A7C57181A}">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FDBBE8-52DB-4280-AF61-94C0890B3ACC}">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47509D-D127-4489-A936-893D728326B9}">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1" kern="1200"/>
            <a:t>Mitigation:</a:t>
          </a:r>
          <a:r>
            <a:rPr lang="en-US" sz="1900" kern="1200"/>
            <a:t> Prototype with external antennas first to validate RF performance before final miniaturized design.</a:t>
          </a:r>
        </a:p>
      </dsp:txBody>
      <dsp:txXfrm>
        <a:off x="7411643" y="368029"/>
        <a:ext cx="3233964" cy="1371985"/>
      </dsp:txXfrm>
    </dsp:sp>
    <dsp:sp modelId="{04F04EC9-F53B-468F-AA36-B7EC78038898}">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4852F7-2A98-49CC-8B5D-FE477F0397CC}">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5E9119-00B1-49B0-9BD4-4392163756AE}">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Data security vulnerabilities could expose device location information</a:t>
          </a:r>
        </a:p>
      </dsp:txBody>
      <dsp:txXfrm>
        <a:off x="1948202" y="2452790"/>
        <a:ext cx="3233964" cy="1371985"/>
      </dsp:txXfrm>
    </dsp:sp>
    <dsp:sp modelId="{5F56A389-2664-4FAE-BB06-B18EE5514409}">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D3C85C-FF1A-49EC-AA9B-DB4283E5FD3D}">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29ED64-95A3-4C8A-9EDF-6E5E4D043AB0}">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1" kern="1200"/>
            <a:t>Mitigation:</a:t>
          </a:r>
          <a:r>
            <a:rPr lang="en-US" sz="1900" kern="1200"/>
            <a:t> Use encrypted communication (TLS over MQTT/HTTPS), device authentication tokens, and secure key storage.</a:t>
          </a:r>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18EA-91B0-4D6F-F08E-6AC3B15448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9F36CE-45D0-421E-04F9-68D1842898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905B9A-61F4-6276-E060-94E39D4A35B1}"/>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5" name="Footer Placeholder 4">
            <a:extLst>
              <a:ext uri="{FF2B5EF4-FFF2-40B4-BE49-F238E27FC236}">
                <a16:creationId xmlns:a16="http://schemas.microsoft.com/office/drawing/2014/main" id="{FF758713-D1CF-8E4D-DBAA-B3A6FBD8E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4427E-1D65-1687-0496-6B164A4D8986}"/>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118036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3BE72-AD2F-C48C-F2F5-6B5425C091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8590F2-FF42-5579-3144-F28A24D663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D18F98-5856-3624-77B5-6AC65C29A619}"/>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5" name="Footer Placeholder 4">
            <a:extLst>
              <a:ext uri="{FF2B5EF4-FFF2-40B4-BE49-F238E27FC236}">
                <a16:creationId xmlns:a16="http://schemas.microsoft.com/office/drawing/2014/main" id="{EF2F6127-5B10-B0B1-54DD-30670AAF1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C98D2-A908-8EDC-8B30-7B452FE4E490}"/>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1114353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54C4F-9359-E824-9BBF-0E11A878F7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0934E-5B95-AB8C-6C8C-8EB20E6739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353FC1-C43F-76CD-2910-0C43ECB960E3}"/>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5" name="Footer Placeholder 4">
            <a:extLst>
              <a:ext uri="{FF2B5EF4-FFF2-40B4-BE49-F238E27FC236}">
                <a16:creationId xmlns:a16="http://schemas.microsoft.com/office/drawing/2014/main" id="{AF87B8BD-8158-A731-D3E1-8B1A1EC12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B5EFA3-4C2A-3450-F649-D51C1E034DFB}"/>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2314699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E4E2-1993-3B59-6D7A-CB08C5294E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D4A630-937B-633E-1C79-E191C276AF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C46506-DD8E-040D-CC3A-B2B862E215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A3A45A-6704-B814-397A-64E37876DFF9}"/>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6" name="Footer Placeholder 5">
            <a:extLst>
              <a:ext uri="{FF2B5EF4-FFF2-40B4-BE49-F238E27FC236}">
                <a16:creationId xmlns:a16="http://schemas.microsoft.com/office/drawing/2014/main" id="{5B7A7D3F-983C-6712-2829-2EBE726D5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13C486-DE01-F5DF-8D01-4BF9FC5581B7}"/>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4288183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7F98-4FCE-9A14-C996-33C58B440F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7FF315-632F-2D6E-A1E2-4715CD0F56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2F2131-8B53-1DED-B910-68C406C3DC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362F81-866A-C6B9-8DF6-C37FC78AC3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77F1F5-425E-B37A-2003-E671887E2D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65D0B3-2482-22DC-AD5A-F6561CD4A37A}"/>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8" name="Footer Placeholder 7">
            <a:extLst>
              <a:ext uri="{FF2B5EF4-FFF2-40B4-BE49-F238E27FC236}">
                <a16:creationId xmlns:a16="http://schemas.microsoft.com/office/drawing/2014/main" id="{4FEB51F6-EAAA-C653-6902-12F2C30B27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9C8EA0-6534-8FE8-49FA-6738E4A09D67}"/>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1042914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F680D-2704-281F-465D-671B85D022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9973C5-6430-C59E-B4AD-3F9F2108AF53}"/>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4" name="Footer Placeholder 3">
            <a:extLst>
              <a:ext uri="{FF2B5EF4-FFF2-40B4-BE49-F238E27FC236}">
                <a16:creationId xmlns:a16="http://schemas.microsoft.com/office/drawing/2014/main" id="{A429149E-B5FE-DD61-A52F-1871DCAB06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2A1A5E-D945-5545-CB89-6BFF7CF4025B}"/>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2210951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E66ED-EBFF-AE5A-DF56-E7CAE22D37C9}"/>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3" name="Footer Placeholder 2">
            <a:extLst>
              <a:ext uri="{FF2B5EF4-FFF2-40B4-BE49-F238E27FC236}">
                <a16:creationId xmlns:a16="http://schemas.microsoft.com/office/drawing/2014/main" id="{CCB8DBE9-3B34-0EF0-A042-0A00890339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4BDF8-AB56-89AE-7205-019A3A85F1FD}"/>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59198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0FD42-E329-8AC6-8041-9C21C6471F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AB645F-3C47-8662-E0C5-C8F736C0F1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7F62D0-8973-4B7E-206D-FCD9FDBFFE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2D623-482C-9C27-A263-D188D01041F3}"/>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6" name="Footer Placeholder 5">
            <a:extLst>
              <a:ext uri="{FF2B5EF4-FFF2-40B4-BE49-F238E27FC236}">
                <a16:creationId xmlns:a16="http://schemas.microsoft.com/office/drawing/2014/main" id="{D4B6354F-F608-1E40-BF15-D1795453E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6DB41C-D81C-346E-D3B6-17CA6FDFFF00}"/>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1982699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B133D-6775-B302-4C91-4829E9B47C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FDFB3B-5B12-AB13-81E1-E69D6AD4D0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BAD36F-D975-AB7F-824E-990F2F496D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60DBF0-31F2-4A99-DB56-0DCD6DEF51B3}"/>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6" name="Footer Placeholder 5">
            <a:extLst>
              <a:ext uri="{FF2B5EF4-FFF2-40B4-BE49-F238E27FC236}">
                <a16:creationId xmlns:a16="http://schemas.microsoft.com/office/drawing/2014/main" id="{9854877E-F4E0-0B14-16AB-D24C82BCC9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D75EF0-9A33-B47B-D017-D014F1FD2CC9}"/>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3602861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43DC3-3063-ECF0-71A5-B6FEB771B3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D62129-58E6-1978-DCB2-3E33660CC9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BC9E52-6F23-70BA-A9DD-A659758D2733}"/>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5" name="Footer Placeholder 4">
            <a:extLst>
              <a:ext uri="{FF2B5EF4-FFF2-40B4-BE49-F238E27FC236}">
                <a16:creationId xmlns:a16="http://schemas.microsoft.com/office/drawing/2014/main" id="{BD97DD83-24AA-714F-EBBD-1AFD4D750A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EE9C23-17FE-B407-8B05-C03EF3DEF9B4}"/>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3792358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53F336-021A-5CD5-D7D6-377D754771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39CD48-0792-803E-6CA7-CC9356F8ED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E49DE9-6D97-4357-5588-85AF9FA426DD}"/>
              </a:ext>
            </a:extLst>
          </p:cNvPr>
          <p:cNvSpPr>
            <a:spLocks noGrp="1"/>
          </p:cNvSpPr>
          <p:nvPr>
            <p:ph type="dt" sz="half" idx="10"/>
          </p:nvPr>
        </p:nvSpPr>
        <p:spPr/>
        <p:txBody>
          <a:bodyPr/>
          <a:lstStyle/>
          <a:p>
            <a:fld id="{B4D82F91-C927-48B1-BA39-EA7FD05C6B73}" type="datetimeFigureOut">
              <a:rPr lang="en-US" smtClean="0"/>
              <a:t>2/26/2026</a:t>
            </a:fld>
            <a:endParaRPr lang="en-US"/>
          </a:p>
        </p:txBody>
      </p:sp>
      <p:sp>
        <p:nvSpPr>
          <p:cNvPr id="5" name="Footer Placeholder 4">
            <a:extLst>
              <a:ext uri="{FF2B5EF4-FFF2-40B4-BE49-F238E27FC236}">
                <a16:creationId xmlns:a16="http://schemas.microsoft.com/office/drawing/2014/main" id="{98DF9E3E-2281-3A7C-2B69-623EBEF948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BCBA5-E92C-E3A2-DFDA-54CF7C9F8C55}"/>
              </a:ext>
            </a:extLst>
          </p:cNvPr>
          <p:cNvSpPr>
            <a:spLocks noGrp="1"/>
          </p:cNvSpPr>
          <p:nvPr>
            <p:ph type="sldNum" sz="quarter" idx="12"/>
          </p:nvPr>
        </p:nvSpPr>
        <p:spPr/>
        <p:txBody>
          <a:bodyPr/>
          <a:lstStyle/>
          <a:p>
            <a:fld id="{C97D793F-7AE8-4D71-9A8A-8A41B7280C6C}" type="slidenum">
              <a:rPr lang="en-US" smtClean="0"/>
              <a:t>‹#›</a:t>
            </a:fld>
            <a:endParaRPr lang="en-US"/>
          </a:p>
        </p:txBody>
      </p:sp>
    </p:spTree>
    <p:extLst>
      <p:ext uri="{BB962C8B-B14F-4D97-AF65-F5344CB8AC3E}">
        <p14:creationId xmlns:p14="http://schemas.microsoft.com/office/powerpoint/2010/main" val="4217607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F9A289-3917-DB4D-F350-9008B8628B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A1B75A-EE0D-1F89-133D-384E6B8F76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665883-9406-E38F-A173-A94B1B5BF1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D82F91-C927-48B1-BA39-EA7FD05C6B73}" type="datetimeFigureOut">
              <a:rPr lang="en-US" smtClean="0"/>
              <a:t>2/26/2026</a:t>
            </a:fld>
            <a:endParaRPr lang="en-US"/>
          </a:p>
        </p:txBody>
      </p:sp>
      <p:sp>
        <p:nvSpPr>
          <p:cNvPr id="5" name="Footer Placeholder 4">
            <a:extLst>
              <a:ext uri="{FF2B5EF4-FFF2-40B4-BE49-F238E27FC236}">
                <a16:creationId xmlns:a16="http://schemas.microsoft.com/office/drawing/2014/main" id="{7A61CCC9-53B2-18FC-7AE4-00CD818616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115B3C-020E-E144-630C-CA783DFD0E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7D793F-7AE8-4D71-9A8A-8A41B7280C6C}" type="slidenum">
              <a:rPr lang="en-US" smtClean="0"/>
              <a:t>‹#›</a:t>
            </a:fld>
            <a:endParaRPr lang="en-US"/>
          </a:p>
        </p:txBody>
      </p:sp>
    </p:spTree>
    <p:extLst>
      <p:ext uri="{BB962C8B-B14F-4D97-AF65-F5344CB8AC3E}">
        <p14:creationId xmlns:p14="http://schemas.microsoft.com/office/powerpoint/2010/main" val="2319596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8192-7985-3DE6-2600-0878AB60A685}"/>
              </a:ext>
            </a:extLst>
          </p:cNvPr>
          <p:cNvSpPr>
            <a:spLocks noGrp="1"/>
          </p:cNvSpPr>
          <p:nvPr>
            <p:ph type="ctrTitle"/>
          </p:nvPr>
        </p:nvSpPr>
        <p:spPr/>
        <p:txBody>
          <a:bodyPr/>
          <a:lstStyle/>
          <a:p>
            <a:r>
              <a:rPr lang="en-US" dirty="0"/>
              <a:t>Tracking Device – Altera Board Implementation</a:t>
            </a:r>
          </a:p>
        </p:txBody>
      </p:sp>
      <p:sp>
        <p:nvSpPr>
          <p:cNvPr id="3" name="Subtitle 2">
            <a:extLst>
              <a:ext uri="{FF2B5EF4-FFF2-40B4-BE49-F238E27FC236}">
                <a16:creationId xmlns:a16="http://schemas.microsoft.com/office/drawing/2014/main" id="{46C4AFAA-FF3D-B15E-B875-02E6557DE434}"/>
              </a:ext>
            </a:extLst>
          </p:cNvPr>
          <p:cNvSpPr>
            <a:spLocks noGrp="1"/>
          </p:cNvSpPr>
          <p:nvPr>
            <p:ph type="subTitle" idx="1"/>
          </p:nvPr>
        </p:nvSpPr>
        <p:spPr/>
        <p:txBody>
          <a:bodyPr/>
          <a:lstStyle/>
          <a:p>
            <a:r>
              <a:rPr lang="en-US" dirty="0"/>
              <a:t>Tejaskumar Babel</a:t>
            </a:r>
          </a:p>
        </p:txBody>
      </p:sp>
    </p:spTree>
    <p:extLst>
      <p:ext uri="{BB962C8B-B14F-4D97-AF65-F5344CB8AC3E}">
        <p14:creationId xmlns:p14="http://schemas.microsoft.com/office/powerpoint/2010/main" val="1183715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3C1D6B-9013-C83F-0E1E-1A0733E587B6}"/>
              </a:ext>
            </a:extLst>
          </p:cNvPr>
          <p:cNvSpPr>
            <a:spLocks noGrp="1"/>
          </p:cNvSpPr>
          <p:nvPr>
            <p:ph type="title"/>
          </p:nvPr>
        </p:nvSpPr>
        <p:spPr>
          <a:xfrm>
            <a:off x="612648" y="1078992"/>
            <a:ext cx="6268770" cy="1536192"/>
          </a:xfrm>
        </p:spPr>
        <p:txBody>
          <a:bodyPr anchor="b">
            <a:normAutofit/>
          </a:bodyPr>
          <a:lstStyle/>
          <a:p>
            <a:r>
              <a:rPr lang="en-US" sz="2900"/>
              <a:t>the objective of this tracking device to reduce the </a:t>
            </a:r>
            <a:r>
              <a:rPr lang="en-US" sz="2900" b="1"/>
              <a:t>reoccurring cost of tracker, be smaller, and more power efficient </a:t>
            </a:r>
          </a:p>
        </p:txBody>
      </p:sp>
      <p:sp>
        <p:nvSpPr>
          <p:cNvPr id="12" name="Rectangle 11">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8AC696B-7B63-5148-02CD-8FF098537A2F}"/>
              </a:ext>
            </a:extLst>
          </p:cNvPr>
          <p:cNvSpPr>
            <a:spLocks noGrp="1"/>
          </p:cNvSpPr>
          <p:nvPr>
            <p:ph idx="1"/>
          </p:nvPr>
        </p:nvSpPr>
        <p:spPr>
          <a:xfrm>
            <a:off x="612648" y="3355848"/>
            <a:ext cx="6268770" cy="2825496"/>
          </a:xfrm>
        </p:spPr>
        <p:txBody>
          <a:bodyPr>
            <a:normAutofit/>
          </a:bodyPr>
          <a:lstStyle/>
          <a:p>
            <a:r>
              <a:rPr lang="en-US" sz="2200" dirty="0"/>
              <a:t>A special logic will allow lower power computation. </a:t>
            </a:r>
          </a:p>
          <a:p>
            <a:r>
              <a:rPr lang="en-US" sz="2200" dirty="0"/>
              <a:t>A special logic will allow the logic unit to be smaller. </a:t>
            </a:r>
          </a:p>
          <a:p>
            <a:endParaRPr lang="en-US" sz="2200" dirty="0"/>
          </a:p>
          <a:p>
            <a:endParaRPr lang="en-US" sz="2200" dirty="0"/>
          </a:p>
        </p:txBody>
      </p:sp>
      <p:pic>
        <p:nvPicPr>
          <p:cNvPr id="5" name="Picture 4">
            <a:extLst>
              <a:ext uri="{FF2B5EF4-FFF2-40B4-BE49-F238E27FC236}">
                <a16:creationId xmlns:a16="http://schemas.microsoft.com/office/drawing/2014/main" id="{9D86FAFC-A833-F578-2844-F881F9516BDC}"/>
              </a:ext>
            </a:extLst>
          </p:cNvPr>
          <p:cNvPicPr>
            <a:picLocks noChangeAspect="1"/>
          </p:cNvPicPr>
          <p:nvPr/>
        </p:nvPicPr>
        <p:blipFill>
          <a:blip r:embed="rId2"/>
          <a:stretch>
            <a:fillRect/>
          </a:stretch>
        </p:blipFill>
        <p:spPr>
          <a:xfrm>
            <a:off x="7548231" y="601133"/>
            <a:ext cx="4129356" cy="5580211"/>
          </a:xfrm>
          <a:prstGeom prst="rect">
            <a:avLst/>
          </a:prstGeom>
        </p:spPr>
      </p:pic>
    </p:spTree>
    <p:extLst>
      <p:ext uri="{BB962C8B-B14F-4D97-AF65-F5344CB8AC3E}">
        <p14:creationId xmlns:p14="http://schemas.microsoft.com/office/powerpoint/2010/main" val="3530070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56663-8778-82CE-EA6A-B0AFC946F5BB}"/>
              </a:ext>
            </a:extLst>
          </p:cNvPr>
          <p:cNvSpPr>
            <a:spLocks noGrp="1"/>
          </p:cNvSpPr>
          <p:nvPr>
            <p:ph idx="1"/>
          </p:nvPr>
        </p:nvSpPr>
        <p:spPr>
          <a:xfrm>
            <a:off x="659990" y="442452"/>
            <a:ext cx="10872019" cy="5734511"/>
          </a:xfrm>
        </p:spPr>
        <p:txBody>
          <a:bodyPr/>
          <a:lstStyle/>
          <a:p>
            <a:r>
              <a:rPr lang="en-US" dirty="0"/>
              <a:t>State 1 – Idle</a:t>
            </a:r>
          </a:p>
          <a:p>
            <a:pPr lvl="1"/>
            <a:r>
              <a:rPr lang="en-US" dirty="0"/>
              <a:t>The device isn’t registered lost and isn’t conned to a peer through Bluetooth.</a:t>
            </a:r>
          </a:p>
          <a:p>
            <a:r>
              <a:rPr lang="en-US" dirty="0"/>
              <a:t>State 2 – Active with peer to peer</a:t>
            </a:r>
          </a:p>
          <a:p>
            <a:pPr lvl="1"/>
            <a:r>
              <a:rPr lang="en-US" dirty="0"/>
              <a:t>The device isn’t registered lost and is conned to a peer through Bluetooth.  </a:t>
            </a:r>
          </a:p>
          <a:p>
            <a:r>
              <a:rPr lang="en-US" dirty="0"/>
              <a:t>State 3 – Active with self internet.</a:t>
            </a:r>
          </a:p>
          <a:p>
            <a:pPr lvl="1"/>
            <a:r>
              <a:rPr lang="en-US" dirty="0"/>
              <a:t>The device is marked lost, the device isn’t conned to a peer, and can connect to the network. </a:t>
            </a:r>
          </a:p>
          <a:p>
            <a:r>
              <a:rPr lang="en-US" dirty="0"/>
              <a:t>Step 4 – Active with self internet and peer to peer. </a:t>
            </a:r>
          </a:p>
          <a:p>
            <a:pPr lvl="1"/>
            <a:r>
              <a:rPr lang="en-US" dirty="0"/>
              <a:t>The device is marked lost and uses peer to peer to send.</a:t>
            </a:r>
          </a:p>
          <a:p>
            <a:pPr marL="457200" lvl="1" indent="0">
              <a:buNone/>
            </a:pPr>
            <a:r>
              <a:rPr lang="en-US" dirty="0"/>
              <a:t> </a:t>
            </a:r>
          </a:p>
          <a:p>
            <a:pPr lvl="1"/>
            <a:endParaRPr lang="en-US" dirty="0"/>
          </a:p>
        </p:txBody>
      </p:sp>
      <p:sp>
        <p:nvSpPr>
          <p:cNvPr id="5" name="Oval 4">
            <a:extLst>
              <a:ext uri="{FF2B5EF4-FFF2-40B4-BE49-F238E27FC236}">
                <a16:creationId xmlns:a16="http://schemas.microsoft.com/office/drawing/2014/main" id="{EBB0E36C-3C77-863F-F1BE-1B0E0CE51A9D}"/>
              </a:ext>
            </a:extLst>
          </p:cNvPr>
          <p:cNvSpPr/>
          <p:nvPr/>
        </p:nvSpPr>
        <p:spPr>
          <a:xfrm>
            <a:off x="3678614" y="5093110"/>
            <a:ext cx="639097" cy="6390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6" name="Oval 5">
            <a:extLst>
              <a:ext uri="{FF2B5EF4-FFF2-40B4-BE49-F238E27FC236}">
                <a16:creationId xmlns:a16="http://schemas.microsoft.com/office/drawing/2014/main" id="{A379B397-37FD-9047-3005-FE14115BE8EB}"/>
              </a:ext>
            </a:extLst>
          </p:cNvPr>
          <p:cNvSpPr/>
          <p:nvPr/>
        </p:nvSpPr>
        <p:spPr>
          <a:xfrm>
            <a:off x="2733366" y="4346842"/>
            <a:ext cx="639097" cy="6390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7" name="Oval 6">
            <a:extLst>
              <a:ext uri="{FF2B5EF4-FFF2-40B4-BE49-F238E27FC236}">
                <a16:creationId xmlns:a16="http://schemas.microsoft.com/office/drawing/2014/main" id="{3131B15D-2638-8720-852C-7AB3799B1A5F}"/>
              </a:ext>
            </a:extLst>
          </p:cNvPr>
          <p:cNvSpPr/>
          <p:nvPr/>
        </p:nvSpPr>
        <p:spPr>
          <a:xfrm>
            <a:off x="1788118" y="5093110"/>
            <a:ext cx="639097" cy="6390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a:t>
            </a:r>
          </a:p>
        </p:txBody>
      </p:sp>
      <p:sp>
        <p:nvSpPr>
          <p:cNvPr id="8" name="Oval 7">
            <a:extLst>
              <a:ext uri="{FF2B5EF4-FFF2-40B4-BE49-F238E27FC236}">
                <a16:creationId xmlns:a16="http://schemas.microsoft.com/office/drawing/2014/main" id="{2D5021F4-4512-1DB7-3517-EDCB0CA14C13}"/>
              </a:ext>
            </a:extLst>
          </p:cNvPr>
          <p:cNvSpPr/>
          <p:nvPr/>
        </p:nvSpPr>
        <p:spPr>
          <a:xfrm>
            <a:off x="2733366" y="5736156"/>
            <a:ext cx="639097" cy="6390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p>
        </p:txBody>
      </p:sp>
      <p:cxnSp>
        <p:nvCxnSpPr>
          <p:cNvPr id="27" name="Straight Arrow Connector 26">
            <a:extLst>
              <a:ext uri="{FF2B5EF4-FFF2-40B4-BE49-F238E27FC236}">
                <a16:creationId xmlns:a16="http://schemas.microsoft.com/office/drawing/2014/main" id="{7D389149-2DAE-DDB2-3952-D170D8183075}"/>
              </a:ext>
            </a:extLst>
          </p:cNvPr>
          <p:cNvCxnSpPr>
            <a:stCxn id="8" idx="0"/>
            <a:endCxn id="6" idx="4"/>
          </p:cNvCxnSpPr>
          <p:nvPr/>
        </p:nvCxnSpPr>
        <p:spPr>
          <a:xfrm flipV="1">
            <a:off x="3052915" y="4985938"/>
            <a:ext cx="0" cy="75021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8EE21BE-D6CE-1885-7771-635BAC3602B1}"/>
              </a:ext>
            </a:extLst>
          </p:cNvPr>
          <p:cNvCxnSpPr>
            <a:cxnSpLocks/>
            <a:stCxn id="5" idx="1"/>
          </p:cNvCxnSpPr>
          <p:nvPr/>
        </p:nvCxnSpPr>
        <p:spPr>
          <a:xfrm flipH="1" flipV="1">
            <a:off x="3359067" y="4785360"/>
            <a:ext cx="413141" cy="40134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2A9ADD6-DA2F-2F28-4178-C155E7221BAD}"/>
              </a:ext>
            </a:extLst>
          </p:cNvPr>
          <p:cNvCxnSpPr>
            <a:cxnSpLocks/>
            <a:stCxn id="7" idx="7"/>
          </p:cNvCxnSpPr>
          <p:nvPr/>
        </p:nvCxnSpPr>
        <p:spPr>
          <a:xfrm flipV="1">
            <a:off x="2333621" y="4785360"/>
            <a:ext cx="462919" cy="40134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16ED6DE1-720E-12F3-02AE-FAB191AA4CFE}"/>
              </a:ext>
            </a:extLst>
          </p:cNvPr>
          <p:cNvCxnSpPr>
            <a:cxnSpLocks/>
            <a:endCxn id="7" idx="5"/>
          </p:cNvCxnSpPr>
          <p:nvPr/>
        </p:nvCxnSpPr>
        <p:spPr>
          <a:xfrm flipH="1" flipV="1">
            <a:off x="2333621" y="5638613"/>
            <a:ext cx="462919" cy="3039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425E0534-15A1-B025-187D-BE8FFFF4DEC3}"/>
              </a:ext>
            </a:extLst>
          </p:cNvPr>
          <p:cNvCxnSpPr>
            <a:stCxn id="5" idx="3"/>
            <a:endCxn id="8" idx="6"/>
          </p:cNvCxnSpPr>
          <p:nvPr/>
        </p:nvCxnSpPr>
        <p:spPr>
          <a:xfrm flipH="1">
            <a:off x="3372463" y="5638613"/>
            <a:ext cx="399745" cy="4170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DC00B4D9-0ACC-8A2A-B847-60F1393C3870}"/>
              </a:ext>
            </a:extLst>
          </p:cNvPr>
          <p:cNvCxnSpPr>
            <a:stCxn id="7" idx="6"/>
            <a:endCxn id="5" idx="2"/>
          </p:cNvCxnSpPr>
          <p:nvPr/>
        </p:nvCxnSpPr>
        <p:spPr>
          <a:xfrm>
            <a:off x="2427215" y="5412658"/>
            <a:ext cx="125139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893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7DE352-9B76-C5E7-A3CD-C20EE8E15EDD}"/>
              </a:ext>
            </a:extLst>
          </p:cNvPr>
          <p:cNvSpPr/>
          <p:nvPr/>
        </p:nvSpPr>
        <p:spPr>
          <a:xfrm>
            <a:off x="1524000" y="2720051"/>
            <a:ext cx="902825" cy="16667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SIM</a:t>
            </a:r>
          </a:p>
        </p:txBody>
      </p:sp>
      <p:sp>
        <p:nvSpPr>
          <p:cNvPr id="5" name="Rectangle 4">
            <a:extLst>
              <a:ext uri="{FF2B5EF4-FFF2-40B4-BE49-F238E27FC236}">
                <a16:creationId xmlns:a16="http://schemas.microsoft.com/office/drawing/2014/main" id="{6C94FDC9-EEEB-8BCA-A8D2-C5864074741F}"/>
              </a:ext>
            </a:extLst>
          </p:cNvPr>
          <p:cNvSpPr/>
          <p:nvPr/>
        </p:nvSpPr>
        <p:spPr>
          <a:xfrm>
            <a:off x="1543291" y="353029"/>
            <a:ext cx="902825" cy="17593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GPS</a:t>
            </a:r>
          </a:p>
        </p:txBody>
      </p:sp>
      <p:sp>
        <p:nvSpPr>
          <p:cNvPr id="6" name="Rectangle 5">
            <a:extLst>
              <a:ext uri="{FF2B5EF4-FFF2-40B4-BE49-F238E27FC236}">
                <a16:creationId xmlns:a16="http://schemas.microsoft.com/office/drawing/2014/main" id="{098DD877-E3D8-322A-FC25-5902982678DE}"/>
              </a:ext>
            </a:extLst>
          </p:cNvPr>
          <p:cNvSpPr/>
          <p:nvPr/>
        </p:nvSpPr>
        <p:spPr>
          <a:xfrm>
            <a:off x="6184739" y="2720051"/>
            <a:ext cx="1259712" cy="17593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Bluetooth</a:t>
            </a:r>
          </a:p>
        </p:txBody>
      </p:sp>
      <p:sp>
        <p:nvSpPr>
          <p:cNvPr id="7" name="Rectangle 6">
            <a:extLst>
              <a:ext uri="{FF2B5EF4-FFF2-40B4-BE49-F238E27FC236}">
                <a16:creationId xmlns:a16="http://schemas.microsoft.com/office/drawing/2014/main" id="{3C74A54B-FE1B-AB38-4D21-D934D0A602BD}"/>
              </a:ext>
            </a:extLst>
          </p:cNvPr>
          <p:cNvSpPr/>
          <p:nvPr/>
        </p:nvSpPr>
        <p:spPr>
          <a:xfrm>
            <a:off x="4166886" y="2720051"/>
            <a:ext cx="902825" cy="175935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FSM</a:t>
            </a:r>
          </a:p>
        </p:txBody>
      </p:sp>
      <p:sp>
        <p:nvSpPr>
          <p:cNvPr id="21" name="Rectangle 20">
            <a:extLst>
              <a:ext uri="{FF2B5EF4-FFF2-40B4-BE49-F238E27FC236}">
                <a16:creationId xmlns:a16="http://schemas.microsoft.com/office/drawing/2014/main" id="{24B8F734-1285-9182-860F-C1898467525E}"/>
              </a:ext>
            </a:extLst>
          </p:cNvPr>
          <p:cNvSpPr/>
          <p:nvPr/>
        </p:nvSpPr>
        <p:spPr>
          <a:xfrm>
            <a:off x="2824224" y="2720051"/>
            <a:ext cx="1049438" cy="72920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Pooling</a:t>
            </a:r>
          </a:p>
        </p:txBody>
      </p:sp>
      <p:cxnSp>
        <p:nvCxnSpPr>
          <p:cNvPr id="24" name="Straight Arrow Connector 23">
            <a:extLst>
              <a:ext uri="{FF2B5EF4-FFF2-40B4-BE49-F238E27FC236}">
                <a16:creationId xmlns:a16="http://schemas.microsoft.com/office/drawing/2014/main" id="{3EE1D0C4-EBC8-44B5-FAF0-6F64B6B30962}"/>
              </a:ext>
            </a:extLst>
          </p:cNvPr>
          <p:cNvCxnSpPr>
            <a:cxnSpLocks/>
          </p:cNvCxnSpPr>
          <p:nvPr/>
        </p:nvCxnSpPr>
        <p:spPr>
          <a:xfrm>
            <a:off x="2426825" y="2916821"/>
            <a:ext cx="3973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A0865B8-DB4F-3808-4221-FD8ACFFBAE71}"/>
              </a:ext>
            </a:extLst>
          </p:cNvPr>
          <p:cNvCxnSpPr/>
          <p:nvPr/>
        </p:nvCxnSpPr>
        <p:spPr>
          <a:xfrm flipH="1">
            <a:off x="2426825" y="3298786"/>
            <a:ext cx="3973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D5E7ACE-1B81-D62B-4DA6-C37FB9A60E79}"/>
              </a:ext>
            </a:extLst>
          </p:cNvPr>
          <p:cNvCxnSpPr>
            <a:cxnSpLocks/>
            <a:stCxn id="21" idx="3"/>
          </p:cNvCxnSpPr>
          <p:nvPr/>
        </p:nvCxnSpPr>
        <p:spPr>
          <a:xfrm>
            <a:off x="3873662" y="3084654"/>
            <a:ext cx="2932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E3B273E-C027-C4EE-67CE-229D8ED38924}"/>
              </a:ext>
            </a:extLst>
          </p:cNvPr>
          <p:cNvCxnSpPr/>
          <p:nvPr/>
        </p:nvCxnSpPr>
        <p:spPr>
          <a:xfrm flipH="1">
            <a:off x="5069711" y="3067293"/>
            <a:ext cx="11150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BA940062-8D58-6797-ED4F-CA719422E681}"/>
              </a:ext>
            </a:extLst>
          </p:cNvPr>
          <p:cNvCxnSpPr/>
          <p:nvPr/>
        </p:nvCxnSpPr>
        <p:spPr>
          <a:xfrm>
            <a:off x="5069711" y="3298786"/>
            <a:ext cx="11150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2AB59DC9-07A3-12F2-01AF-A80F948665A8}"/>
              </a:ext>
            </a:extLst>
          </p:cNvPr>
          <p:cNvSpPr/>
          <p:nvPr/>
        </p:nvSpPr>
        <p:spPr>
          <a:xfrm>
            <a:off x="4020274" y="1076446"/>
            <a:ext cx="1196049" cy="103014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Formatter</a:t>
            </a:r>
          </a:p>
        </p:txBody>
      </p:sp>
      <p:cxnSp>
        <p:nvCxnSpPr>
          <p:cNvPr id="47" name="Straight Arrow Connector 46">
            <a:extLst>
              <a:ext uri="{FF2B5EF4-FFF2-40B4-BE49-F238E27FC236}">
                <a16:creationId xmlns:a16="http://schemas.microsoft.com/office/drawing/2014/main" id="{AF177E74-317D-81C7-997F-BC54A6A360AE}"/>
              </a:ext>
            </a:extLst>
          </p:cNvPr>
          <p:cNvCxnSpPr>
            <a:cxnSpLocks/>
            <a:endCxn id="44" idx="1"/>
          </p:cNvCxnSpPr>
          <p:nvPr/>
        </p:nvCxnSpPr>
        <p:spPr>
          <a:xfrm>
            <a:off x="2446116" y="1591520"/>
            <a:ext cx="15741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F3EE8CD0-98CE-28E6-7E12-9EA6E4526AA8}"/>
              </a:ext>
            </a:extLst>
          </p:cNvPr>
          <p:cNvCxnSpPr>
            <a:stCxn id="44" idx="2"/>
            <a:endCxn id="7" idx="0"/>
          </p:cNvCxnSpPr>
          <p:nvPr/>
        </p:nvCxnSpPr>
        <p:spPr>
          <a:xfrm>
            <a:off x="4618299" y="2106593"/>
            <a:ext cx="0" cy="613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B5663D12-697A-E5E0-D19A-FF4B27704081}"/>
              </a:ext>
            </a:extLst>
          </p:cNvPr>
          <p:cNvCxnSpPr/>
          <p:nvPr/>
        </p:nvCxnSpPr>
        <p:spPr>
          <a:xfrm flipH="1">
            <a:off x="2426825" y="4062714"/>
            <a:ext cx="17400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2D9E6769-40DD-240F-3AB7-5028F7398F87}"/>
              </a:ext>
            </a:extLst>
          </p:cNvPr>
          <p:cNvSpPr/>
          <p:nvPr/>
        </p:nvSpPr>
        <p:spPr>
          <a:xfrm>
            <a:off x="5347504" y="2662179"/>
            <a:ext cx="698341" cy="347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UART</a:t>
            </a:r>
          </a:p>
        </p:txBody>
      </p:sp>
      <p:sp>
        <p:nvSpPr>
          <p:cNvPr id="55" name="Rectangle 54">
            <a:extLst>
              <a:ext uri="{FF2B5EF4-FFF2-40B4-BE49-F238E27FC236}">
                <a16:creationId xmlns:a16="http://schemas.microsoft.com/office/drawing/2014/main" id="{15844767-EC26-BCF8-D493-576D8C8FD855}"/>
              </a:ext>
            </a:extLst>
          </p:cNvPr>
          <p:cNvSpPr/>
          <p:nvPr/>
        </p:nvSpPr>
        <p:spPr>
          <a:xfrm>
            <a:off x="2947684" y="4132160"/>
            <a:ext cx="698341" cy="347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UART</a:t>
            </a:r>
          </a:p>
        </p:txBody>
      </p:sp>
      <p:sp>
        <p:nvSpPr>
          <p:cNvPr id="56" name="Rectangle 55">
            <a:extLst>
              <a:ext uri="{FF2B5EF4-FFF2-40B4-BE49-F238E27FC236}">
                <a16:creationId xmlns:a16="http://schemas.microsoft.com/office/drawing/2014/main" id="{DA1F38FE-927E-7525-803D-8B92DC2DC7C1}"/>
              </a:ext>
            </a:extLst>
          </p:cNvPr>
          <p:cNvSpPr/>
          <p:nvPr/>
        </p:nvSpPr>
        <p:spPr>
          <a:xfrm>
            <a:off x="2884024" y="1160362"/>
            <a:ext cx="698341" cy="347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UART</a:t>
            </a:r>
          </a:p>
        </p:txBody>
      </p:sp>
      <p:sp>
        <p:nvSpPr>
          <p:cNvPr id="58" name="Rectangle 57">
            <a:extLst>
              <a:ext uri="{FF2B5EF4-FFF2-40B4-BE49-F238E27FC236}">
                <a16:creationId xmlns:a16="http://schemas.microsoft.com/office/drawing/2014/main" id="{D562A2A2-5BB8-42BE-E772-149E4FAB86F3}"/>
              </a:ext>
            </a:extLst>
          </p:cNvPr>
          <p:cNvSpPr/>
          <p:nvPr/>
        </p:nvSpPr>
        <p:spPr>
          <a:xfrm>
            <a:off x="8007656" y="3229339"/>
            <a:ext cx="902825" cy="1250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Phone</a:t>
            </a:r>
          </a:p>
        </p:txBody>
      </p:sp>
      <p:cxnSp>
        <p:nvCxnSpPr>
          <p:cNvPr id="62" name="Straight Arrow Connector 61">
            <a:extLst>
              <a:ext uri="{FF2B5EF4-FFF2-40B4-BE49-F238E27FC236}">
                <a16:creationId xmlns:a16="http://schemas.microsoft.com/office/drawing/2014/main" id="{988C592C-9362-8429-234A-B63A9752D7F9}"/>
              </a:ext>
            </a:extLst>
          </p:cNvPr>
          <p:cNvCxnSpPr>
            <a:stCxn id="6" idx="3"/>
          </p:cNvCxnSpPr>
          <p:nvPr/>
        </p:nvCxnSpPr>
        <p:spPr>
          <a:xfrm>
            <a:off x="7444451" y="3599727"/>
            <a:ext cx="5632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002DBD58-511B-D1C5-F98B-B2EF42D61966}"/>
              </a:ext>
            </a:extLst>
          </p:cNvPr>
          <p:cNvCxnSpPr>
            <a:stCxn id="4" idx="2"/>
          </p:cNvCxnSpPr>
          <p:nvPr/>
        </p:nvCxnSpPr>
        <p:spPr>
          <a:xfrm>
            <a:off x="1975413" y="4386806"/>
            <a:ext cx="470703" cy="856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FFDD5A28-5DFC-5BC6-E473-6B3A48A84BD1}"/>
              </a:ext>
            </a:extLst>
          </p:cNvPr>
          <p:cNvCxnSpPr>
            <a:cxnSpLocks/>
            <a:stCxn id="58" idx="2"/>
          </p:cNvCxnSpPr>
          <p:nvPr/>
        </p:nvCxnSpPr>
        <p:spPr>
          <a:xfrm flipH="1">
            <a:off x="8007656" y="4479403"/>
            <a:ext cx="451413" cy="745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67" name="Table 66">
            <a:extLst>
              <a:ext uri="{FF2B5EF4-FFF2-40B4-BE49-F238E27FC236}">
                <a16:creationId xmlns:a16="http://schemas.microsoft.com/office/drawing/2014/main" id="{61B2BE26-ED00-C2AA-52EF-DBF039E1D6F2}"/>
              </a:ext>
            </a:extLst>
          </p:cNvPr>
          <p:cNvGraphicFramePr>
            <a:graphicFrameLocks noGrp="1"/>
          </p:cNvGraphicFramePr>
          <p:nvPr>
            <p:extLst>
              <p:ext uri="{D42A27DB-BD31-4B8C-83A1-F6EECF244321}">
                <p14:modId xmlns:p14="http://schemas.microsoft.com/office/powerpoint/2010/main" val="3951436829"/>
              </p:ext>
            </p:extLst>
          </p:nvPr>
        </p:nvGraphicFramePr>
        <p:xfrm>
          <a:off x="2426824" y="5225294"/>
          <a:ext cx="5580832" cy="1112520"/>
        </p:xfrm>
        <a:graphic>
          <a:graphicData uri="http://schemas.openxmlformats.org/drawingml/2006/table">
            <a:tbl>
              <a:tblPr firstRow="1" bandRow="1">
                <a:tableStyleId>{7DF18680-E054-41AD-8BC1-D1AEF772440D}</a:tableStyleId>
              </a:tblPr>
              <a:tblGrid>
                <a:gridCol w="1395208">
                  <a:extLst>
                    <a:ext uri="{9D8B030D-6E8A-4147-A177-3AD203B41FA5}">
                      <a16:colId xmlns:a16="http://schemas.microsoft.com/office/drawing/2014/main" val="3485204906"/>
                    </a:ext>
                  </a:extLst>
                </a:gridCol>
                <a:gridCol w="1395208">
                  <a:extLst>
                    <a:ext uri="{9D8B030D-6E8A-4147-A177-3AD203B41FA5}">
                      <a16:colId xmlns:a16="http://schemas.microsoft.com/office/drawing/2014/main" val="2880390532"/>
                    </a:ext>
                  </a:extLst>
                </a:gridCol>
                <a:gridCol w="1031160">
                  <a:extLst>
                    <a:ext uri="{9D8B030D-6E8A-4147-A177-3AD203B41FA5}">
                      <a16:colId xmlns:a16="http://schemas.microsoft.com/office/drawing/2014/main" val="466821884"/>
                    </a:ext>
                  </a:extLst>
                </a:gridCol>
                <a:gridCol w="1759256">
                  <a:extLst>
                    <a:ext uri="{9D8B030D-6E8A-4147-A177-3AD203B41FA5}">
                      <a16:colId xmlns:a16="http://schemas.microsoft.com/office/drawing/2014/main" val="1085923907"/>
                    </a:ext>
                  </a:extLst>
                </a:gridCol>
              </a:tblGrid>
              <a:tr h="370840">
                <a:tc>
                  <a:txBody>
                    <a:bodyPr/>
                    <a:lstStyle/>
                    <a:p>
                      <a:r>
                        <a:rPr lang="en-US" dirty="0"/>
                        <a:t>Account ID</a:t>
                      </a:r>
                    </a:p>
                  </a:txBody>
                  <a:tcPr/>
                </a:tc>
                <a:tc>
                  <a:txBody>
                    <a:bodyPr/>
                    <a:lstStyle/>
                    <a:p>
                      <a:r>
                        <a:rPr lang="en-US" dirty="0"/>
                        <a:t>SIM</a:t>
                      </a:r>
                    </a:p>
                  </a:txBody>
                  <a:tcPr/>
                </a:tc>
                <a:tc>
                  <a:txBody>
                    <a:bodyPr/>
                    <a:lstStyle/>
                    <a:p>
                      <a:r>
                        <a:rPr lang="en-US" dirty="0"/>
                        <a:t>Status </a:t>
                      </a:r>
                    </a:p>
                  </a:txBody>
                  <a:tcPr/>
                </a:tc>
                <a:tc>
                  <a:txBody>
                    <a:bodyPr/>
                    <a:lstStyle/>
                    <a:p>
                      <a:r>
                        <a:rPr lang="en-US" dirty="0"/>
                        <a:t>Location</a:t>
                      </a:r>
                    </a:p>
                  </a:txBody>
                  <a:tcPr/>
                </a:tc>
                <a:extLst>
                  <a:ext uri="{0D108BD9-81ED-4DB2-BD59-A6C34878D82A}">
                    <a16:rowId xmlns:a16="http://schemas.microsoft.com/office/drawing/2014/main" val="2945116643"/>
                  </a:ext>
                </a:extLst>
              </a:tr>
              <a:tr h="370840">
                <a:tc>
                  <a:txBody>
                    <a:bodyPr/>
                    <a:lstStyle/>
                    <a:p>
                      <a:r>
                        <a:rPr lang="en-US" dirty="0"/>
                        <a:t>00000001</a:t>
                      </a:r>
                    </a:p>
                  </a:txBody>
                  <a:tcPr/>
                </a:tc>
                <a:tc>
                  <a:txBody>
                    <a:bodyPr/>
                    <a:lstStyle/>
                    <a:p>
                      <a:r>
                        <a:rPr lang="en-US" dirty="0"/>
                        <a:t>XXXXXXXXX</a:t>
                      </a:r>
                    </a:p>
                  </a:txBody>
                  <a:tcPr/>
                </a:tc>
                <a:tc>
                  <a:txBody>
                    <a:bodyPr/>
                    <a:lstStyle/>
                    <a:p>
                      <a:r>
                        <a:rPr lang="en-US" dirty="0"/>
                        <a:t>Inactive</a:t>
                      </a:r>
                    </a:p>
                  </a:txBody>
                  <a:tcPr/>
                </a:tc>
                <a:tc>
                  <a:txBody>
                    <a:bodyPr/>
                    <a:lstStyle/>
                    <a:p>
                      <a:r>
                        <a:rPr lang="en-US" dirty="0"/>
                        <a:t>(111.22,22.222)</a:t>
                      </a:r>
                    </a:p>
                  </a:txBody>
                  <a:tcPr/>
                </a:tc>
                <a:extLst>
                  <a:ext uri="{0D108BD9-81ED-4DB2-BD59-A6C34878D82A}">
                    <a16:rowId xmlns:a16="http://schemas.microsoft.com/office/drawing/2014/main" val="3319587610"/>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69876270"/>
                  </a:ext>
                </a:extLst>
              </a:tr>
            </a:tbl>
          </a:graphicData>
        </a:graphic>
      </p:graphicFrame>
      <p:sp>
        <p:nvSpPr>
          <p:cNvPr id="69" name="Rectangle 68">
            <a:extLst>
              <a:ext uri="{FF2B5EF4-FFF2-40B4-BE49-F238E27FC236}">
                <a16:creationId xmlns:a16="http://schemas.microsoft.com/office/drawing/2014/main" id="{FEA71C64-AB71-9667-04E5-E621ABB5F196}"/>
              </a:ext>
            </a:extLst>
          </p:cNvPr>
          <p:cNvSpPr/>
          <p:nvPr/>
        </p:nvSpPr>
        <p:spPr>
          <a:xfrm>
            <a:off x="9645445" y="3229339"/>
            <a:ext cx="1465007" cy="125006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Application</a:t>
            </a:r>
          </a:p>
        </p:txBody>
      </p:sp>
      <p:cxnSp>
        <p:nvCxnSpPr>
          <p:cNvPr id="71" name="Straight Arrow Connector 70">
            <a:extLst>
              <a:ext uri="{FF2B5EF4-FFF2-40B4-BE49-F238E27FC236}">
                <a16:creationId xmlns:a16="http://schemas.microsoft.com/office/drawing/2014/main" id="{26979A5D-A3F8-635F-7E5E-D51A0E5D0779}"/>
              </a:ext>
            </a:extLst>
          </p:cNvPr>
          <p:cNvCxnSpPr/>
          <p:nvPr/>
        </p:nvCxnSpPr>
        <p:spPr>
          <a:xfrm flipV="1">
            <a:off x="8007656" y="4479403"/>
            <a:ext cx="1637789" cy="12331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4805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8F415-B2D5-0260-78EC-71D3177FE825}"/>
              </a:ext>
            </a:extLst>
          </p:cNvPr>
          <p:cNvSpPr>
            <a:spLocks noGrp="1"/>
          </p:cNvSpPr>
          <p:nvPr>
            <p:ph type="title"/>
          </p:nvPr>
        </p:nvSpPr>
        <p:spPr/>
        <p:txBody>
          <a:bodyPr/>
          <a:lstStyle/>
          <a:p>
            <a:r>
              <a:rPr lang="en-US" dirty="0"/>
              <a:t>Equipment</a:t>
            </a:r>
          </a:p>
        </p:txBody>
      </p:sp>
      <p:graphicFrame>
        <p:nvGraphicFramePr>
          <p:cNvPr id="7" name="Content Placeholder 2">
            <a:extLst>
              <a:ext uri="{FF2B5EF4-FFF2-40B4-BE49-F238E27FC236}">
                <a16:creationId xmlns:a16="http://schemas.microsoft.com/office/drawing/2014/main" id="{0E93A1C4-9020-24DE-858B-0614328C86BD}"/>
              </a:ext>
            </a:extLst>
          </p:cNvPr>
          <p:cNvGraphicFramePr>
            <a:graphicFrameLocks noGrp="1"/>
          </p:cNvGraphicFramePr>
          <p:nvPr>
            <p:ph idx="1"/>
          </p:nvPr>
        </p:nvGraphicFramePr>
        <p:xfrm>
          <a:off x="838200" y="1533833"/>
          <a:ext cx="10515600" cy="25170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F7AAD481-6D59-276B-87EA-3EA915CA8855}"/>
              </a:ext>
            </a:extLst>
          </p:cNvPr>
          <p:cNvSpPr txBox="1"/>
          <p:nvPr/>
        </p:nvSpPr>
        <p:spPr>
          <a:xfrm>
            <a:off x="924232" y="3972232"/>
            <a:ext cx="1789272" cy="769441"/>
          </a:xfrm>
          <a:prstGeom prst="rect">
            <a:avLst/>
          </a:prstGeom>
          <a:noFill/>
        </p:spPr>
        <p:txBody>
          <a:bodyPr wrap="none" rtlCol="0">
            <a:spAutoFit/>
          </a:bodyPr>
          <a:lstStyle/>
          <a:p>
            <a:r>
              <a:rPr lang="en-US" sz="4400" dirty="0"/>
              <a:t>Timing</a:t>
            </a:r>
          </a:p>
        </p:txBody>
      </p:sp>
      <p:sp>
        <p:nvSpPr>
          <p:cNvPr id="5" name="Content Placeholder 2">
            <a:extLst>
              <a:ext uri="{FF2B5EF4-FFF2-40B4-BE49-F238E27FC236}">
                <a16:creationId xmlns:a16="http://schemas.microsoft.com/office/drawing/2014/main" id="{F3A39E7A-EBA3-1F7B-FE79-7D602F497DC5}"/>
              </a:ext>
            </a:extLst>
          </p:cNvPr>
          <p:cNvSpPr txBox="1">
            <a:spLocks/>
          </p:cNvSpPr>
          <p:nvPr/>
        </p:nvSpPr>
        <p:spPr>
          <a:xfrm>
            <a:off x="838200" y="4744848"/>
            <a:ext cx="10272252" cy="14526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location will only be update once per minute. So the actual ASIC will be idling for most of the time, but the trick is lower the power consumption of the prefinals.</a:t>
            </a:r>
          </a:p>
        </p:txBody>
      </p:sp>
    </p:spTree>
    <p:extLst>
      <p:ext uri="{BB962C8B-B14F-4D97-AF65-F5344CB8AC3E}">
        <p14:creationId xmlns:p14="http://schemas.microsoft.com/office/powerpoint/2010/main" val="1045590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B0572-E4B6-DF76-6744-3AC1AA881381}"/>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Verification</a:t>
            </a:r>
          </a:p>
        </p:txBody>
      </p:sp>
      <p:graphicFrame>
        <p:nvGraphicFramePr>
          <p:cNvPr id="5" name="Content Placeholder 2">
            <a:extLst>
              <a:ext uri="{FF2B5EF4-FFF2-40B4-BE49-F238E27FC236}">
                <a16:creationId xmlns:a16="http://schemas.microsoft.com/office/drawing/2014/main" id="{C8FC11E7-A168-1D90-FE33-5E151C13D6D5}"/>
              </a:ext>
            </a:extLst>
          </p:cNvPr>
          <p:cNvGraphicFramePr>
            <a:graphicFrameLocks noGrp="1"/>
          </p:cNvGraphicFramePr>
          <p:nvPr>
            <p:ph idx="1"/>
            <p:extLst>
              <p:ext uri="{D42A27DB-BD31-4B8C-83A1-F6EECF244321}">
                <p14:modId xmlns:p14="http://schemas.microsoft.com/office/powerpoint/2010/main" val="338169115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5950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80942-C865-CE54-B33B-B67A54F96477}"/>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lang="en-US" sz="3600" kern="1200">
                <a:solidFill>
                  <a:schemeClr val="tx1"/>
                </a:solidFill>
                <a:latin typeface="+mj-lt"/>
                <a:ea typeface="+mj-ea"/>
                <a:cs typeface="+mj-cs"/>
              </a:rPr>
              <a:t>Timeline</a:t>
            </a:r>
          </a:p>
        </p:txBody>
      </p:sp>
      <p:graphicFrame>
        <p:nvGraphicFramePr>
          <p:cNvPr id="5" name="Table 4">
            <a:extLst>
              <a:ext uri="{FF2B5EF4-FFF2-40B4-BE49-F238E27FC236}">
                <a16:creationId xmlns:a16="http://schemas.microsoft.com/office/drawing/2014/main" id="{C8107DE5-70CC-07A1-1321-68391E6B76FE}"/>
              </a:ext>
            </a:extLst>
          </p:cNvPr>
          <p:cNvGraphicFramePr>
            <a:graphicFrameLocks noGrp="1"/>
          </p:cNvGraphicFramePr>
          <p:nvPr>
            <p:extLst>
              <p:ext uri="{D42A27DB-BD31-4B8C-83A1-F6EECF244321}">
                <p14:modId xmlns:p14="http://schemas.microsoft.com/office/powerpoint/2010/main" val="2756927456"/>
              </p:ext>
            </p:extLst>
          </p:nvPr>
        </p:nvGraphicFramePr>
        <p:xfrm>
          <a:off x="860861" y="2375210"/>
          <a:ext cx="10469884" cy="3844617"/>
        </p:xfrm>
        <a:graphic>
          <a:graphicData uri="http://schemas.openxmlformats.org/drawingml/2006/table">
            <a:tbl>
              <a:tblPr firstRow="1" bandRow="1">
                <a:tableStyleId>{5C22544A-7EE6-4342-B048-85BDC9FD1C3A}</a:tableStyleId>
              </a:tblPr>
              <a:tblGrid>
                <a:gridCol w="2345063">
                  <a:extLst>
                    <a:ext uri="{9D8B030D-6E8A-4147-A177-3AD203B41FA5}">
                      <a16:colId xmlns:a16="http://schemas.microsoft.com/office/drawing/2014/main" val="3368832832"/>
                    </a:ext>
                  </a:extLst>
                </a:gridCol>
                <a:gridCol w="8124821">
                  <a:extLst>
                    <a:ext uri="{9D8B030D-6E8A-4147-A177-3AD203B41FA5}">
                      <a16:colId xmlns:a16="http://schemas.microsoft.com/office/drawing/2014/main" val="1789149471"/>
                    </a:ext>
                  </a:extLst>
                </a:gridCol>
              </a:tblGrid>
              <a:tr h="549231">
                <a:tc>
                  <a:txBody>
                    <a:bodyPr/>
                    <a:lstStyle/>
                    <a:p>
                      <a:r>
                        <a:rPr lang="en-US" sz="2500"/>
                        <a:t>Week </a:t>
                      </a:r>
                    </a:p>
                  </a:txBody>
                  <a:tcPr marL="124825" marR="124825" marT="62413" marB="62413"/>
                </a:tc>
                <a:tc>
                  <a:txBody>
                    <a:bodyPr/>
                    <a:lstStyle/>
                    <a:p>
                      <a:r>
                        <a:rPr lang="en-US" sz="2500"/>
                        <a:t>Task</a:t>
                      </a:r>
                    </a:p>
                  </a:txBody>
                  <a:tcPr marL="124825" marR="124825" marT="62413" marB="62413"/>
                </a:tc>
                <a:extLst>
                  <a:ext uri="{0D108BD9-81ED-4DB2-BD59-A6C34878D82A}">
                    <a16:rowId xmlns:a16="http://schemas.microsoft.com/office/drawing/2014/main" val="3966156452"/>
                  </a:ext>
                </a:extLst>
              </a:tr>
              <a:tr h="549231">
                <a:tc>
                  <a:txBody>
                    <a:bodyPr/>
                    <a:lstStyle/>
                    <a:p>
                      <a:r>
                        <a:rPr lang="en-US" sz="2500"/>
                        <a:t>Week 1 </a:t>
                      </a:r>
                    </a:p>
                  </a:txBody>
                  <a:tcPr marL="124825" marR="124825" marT="62413" marB="62413"/>
                </a:tc>
                <a:tc>
                  <a:txBody>
                    <a:bodyPr/>
                    <a:lstStyle/>
                    <a:p>
                      <a:r>
                        <a:rPr lang="en-US" sz="2500"/>
                        <a:t>Test bench for all the modules</a:t>
                      </a:r>
                    </a:p>
                  </a:txBody>
                  <a:tcPr marL="124825" marR="124825" marT="62413" marB="62413"/>
                </a:tc>
                <a:extLst>
                  <a:ext uri="{0D108BD9-81ED-4DB2-BD59-A6C34878D82A}">
                    <a16:rowId xmlns:a16="http://schemas.microsoft.com/office/drawing/2014/main" val="3140799647"/>
                  </a:ext>
                </a:extLst>
              </a:tr>
              <a:tr h="549231">
                <a:tc>
                  <a:txBody>
                    <a:bodyPr/>
                    <a:lstStyle/>
                    <a:p>
                      <a:r>
                        <a:rPr lang="en-US" sz="2500"/>
                        <a:t>Week 2 </a:t>
                      </a:r>
                    </a:p>
                  </a:txBody>
                  <a:tcPr marL="124825" marR="124825" marT="62413" marB="62413"/>
                </a:tc>
                <a:tc>
                  <a:txBody>
                    <a:bodyPr/>
                    <a:lstStyle/>
                    <a:p>
                      <a:r>
                        <a:rPr lang="en-US" sz="2500"/>
                        <a:t>Test data transfer over Bluetooth and SIM </a:t>
                      </a:r>
                    </a:p>
                  </a:txBody>
                  <a:tcPr marL="124825" marR="124825" marT="62413" marB="62413"/>
                </a:tc>
                <a:extLst>
                  <a:ext uri="{0D108BD9-81ED-4DB2-BD59-A6C34878D82A}">
                    <a16:rowId xmlns:a16="http://schemas.microsoft.com/office/drawing/2014/main" val="1943240289"/>
                  </a:ext>
                </a:extLst>
              </a:tr>
              <a:tr h="549231">
                <a:tc>
                  <a:txBody>
                    <a:bodyPr/>
                    <a:lstStyle/>
                    <a:p>
                      <a:r>
                        <a:rPr lang="en-US" sz="2500"/>
                        <a:t>Week 3</a:t>
                      </a:r>
                    </a:p>
                  </a:txBody>
                  <a:tcPr marL="124825" marR="124825" marT="62413" marB="62413"/>
                </a:tc>
                <a:tc>
                  <a:txBody>
                    <a:bodyPr/>
                    <a:lstStyle/>
                    <a:p>
                      <a:r>
                        <a:rPr lang="en-US" sz="2500"/>
                        <a:t>Code the modules</a:t>
                      </a:r>
                    </a:p>
                  </a:txBody>
                  <a:tcPr marL="124825" marR="124825" marT="62413" marB="62413"/>
                </a:tc>
                <a:extLst>
                  <a:ext uri="{0D108BD9-81ED-4DB2-BD59-A6C34878D82A}">
                    <a16:rowId xmlns:a16="http://schemas.microsoft.com/office/drawing/2014/main" val="3611823849"/>
                  </a:ext>
                </a:extLst>
              </a:tr>
              <a:tr h="549231">
                <a:tc>
                  <a:txBody>
                    <a:bodyPr/>
                    <a:lstStyle/>
                    <a:p>
                      <a:r>
                        <a:rPr lang="en-US" sz="2500"/>
                        <a:t>Week 4 </a:t>
                      </a:r>
                    </a:p>
                  </a:txBody>
                  <a:tcPr marL="124825" marR="124825" marT="62413" marB="62413"/>
                </a:tc>
                <a:tc>
                  <a:txBody>
                    <a:bodyPr/>
                    <a:lstStyle/>
                    <a:p>
                      <a:r>
                        <a:rPr lang="en-US" sz="2500"/>
                        <a:t>Debug the integration issue and edge cases</a:t>
                      </a:r>
                    </a:p>
                  </a:txBody>
                  <a:tcPr marL="124825" marR="124825" marT="62413" marB="62413"/>
                </a:tc>
                <a:extLst>
                  <a:ext uri="{0D108BD9-81ED-4DB2-BD59-A6C34878D82A}">
                    <a16:rowId xmlns:a16="http://schemas.microsoft.com/office/drawing/2014/main" val="1246636815"/>
                  </a:ext>
                </a:extLst>
              </a:tr>
              <a:tr h="549231">
                <a:tc>
                  <a:txBody>
                    <a:bodyPr/>
                    <a:lstStyle/>
                    <a:p>
                      <a:r>
                        <a:rPr lang="en-US" sz="2500"/>
                        <a:t>Week 5 </a:t>
                      </a:r>
                    </a:p>
                  </a:txBody>
                  <a:tcPr marL="124825" marR="124825" marT="62413" marB="62413"/>
                </a:tc>
                <a:tc>
                  <a:txBody>
                    <a:bodyPr/>
                    <a:lstStyle/>
                    <a:p>
                      <a:r>
                        <a:rPr lang="en-US" sz="2500"/>
                        <a:t>Software, data bases, and basic website</a:t>
                      </a:r>
                    </a:p>
                  </a:txBody>
                  <a:tcPr marL="124825" marR="124825" marT="62413" marB="62413"/>
                </a:tc>
                <a:extLst>
                  <a:ext uri="{0D108BD9-81ED-4DB2-BD59-A6C34878D82A}">
                    <a16:rowId xmlns:a16="http://schemas.microsoft.com/office/drawing/2014/main" val="169365095"/>
                  </a:ext>
                </a:extLst>
              </a:tr>
              <a:tr h="549231">
                <a:tc>
                  <a:txBody>
                    <a:bodyPr/>
                    <a:lstStyle/>
                    <a:p>
                      <a:r>
                        <a:rPr lang="en-US" sz="2500"/>
                        <a:t>Week 6</a:t>
                      </a:r>
                    </a:p>
                  </a:txBody>
                  <a:tcPr marL="124825" marR="124825" marT="62413" marB="62413"/>
                </a:tc>
                <a:tc>
                  <a:txBody>
                    <a:bodyPr/>
                    <a:lstStyle/>
                    <a:p>
                      <a:r>
                        <a:rPr lang="en-US" sz="2500"/>
                        <a:t>Live test</a:t>
                      </a:r>
                    </a:p>
                  </a:txBody>
                  <a:tcPr marL="124825" marR="124825" marT="62413" marB="62413"/>
                </a:tc>
                <a:extLst>
                  <a:ext uri="{0D108BD9-81ED-4DB2-BD59-A6C34878D82A}">
                    <a16:rowId xmlns:a16="http://schemas.microsoft.com/office/drawing/2014/main" val="731870970"/>
                  </a:ext>
                </a:extLst>
              </a:tr>
            </a:tbl>
          </a:graphicData>
        </a:graphic>
      </p:graphicFrame>
    </p:spTree>
    <p:extLst>
      <p:ext uri="{BB962C8B-B14F-4D97-AF65-F5344CB8AC3E}">
        <p14:creationId xmlns:p14="http://schemas.microsoft.com/office/powerpoint/2010/main" val="2947046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A8A66D-9904-3A0E-D224-2BDBA6A01F4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Potential challenges</a:t>
            </a:r>
          </a:p>
        </p:txBody>
      </p:sp>
      <p:graphicFrame>
        <p:nvGraphicFramePr>
          <p:cNvPr id="5" name="Content Placeholder 2">
            <a:extLst>
              <a:ext uri="{FF2B5EF4-FFF2-40B4-BE49-F238E27FC236}">
                <a16:creationId xmlns:a16="http://schemas.microsoft.com/office/drawing/2014/main" id="{A29C73DA-10B8-4254-197A-7AA665CEE2F5}"/>
              </a:ext>
            </a:extLst>
          </p:cNvPr>
          <p:cNvGraphicFramePr>
            <a:graphicFrameLocks noGrp="1"/>
          </p:cNvGraphicFramePr>
          <p:nvPr>
            <p:ph idx="1"/>
            <p:extLst>
              <p:ext uri="{D42A27DB-BD31-4B8C-83A1-F6EECF244321}">
                <p14:modId xmlns:p14="http://schemas.microsoft.com/office/powerpoint/2010/main" val="146620426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26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89EF0F6-7FF8-9C31-9CF5-74A085EC6189}"/>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Final demo </a:t>
            </a:r>
          </a:p>
        </p:txBody>
      </p:sp>
      <p:sp>
        <p:nvSpPr>
          <p:cNvPr id="3" name="Content Placeholder 2">
            <a:extLst>
              <a:ext uri="{FF2B5EF4-FFF2-40B4-BE49-F238E27FC236}">
                <a16:creationId xmlns:a16="http://schemas.microsoft.com/office/drawing/2014/main" id="{C6FDA8DA-5F70-405D-BC98-4BE08183B6F2}"/>
              </a:ext>
            </a:extLst>
          </p:cNvPr>
          <p:cNvSpPr>
            <a:spLocks noGrp="1"/>
          </p:cNvSpPr>
          <p:nvPr>
            <p:ph idx="1"/>
          </p:nvPr>
        </p:nvSpPr>
        <p:spPr>
          <a:xfrm>
            <a:off x="6503158" y="649480"/>
            <a:ext cx="4862447" cy="5546047"/>
          </a:xfrm>
        </p:spPr>
        <p:txBody>
          <a:bodyPr anchor="ctr">
            <a:normAutofit/>
          </a:bodyPr>
          <a:lstStyle/>
          <a:p>
            <a:pPr marL="0" indent="0">
              <a:buNone/>
            </a:pPr>
            <a:r>
              <a:rPr lang="en-US" sz="2000" dirty="0"/>
              <a:t>I will take the FPGA to an unknow location and through the different tracking methods which I described I we will see if we can find it. </a:t>
            </a:r>
          </a:p>
        </p:txBody>
      </p:sp>
    </p:spTree>
    <p:extLst>
      <p:ext uri="{BB962C8B-B14F-4D97-AF65-F5344CB8AC3E}">
        <p14:creationId xmlns:p14="http://schemas.microsoft.com/office/powerpoint/2010/main" val="3787120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408</Words>
  <Application>Microsoft Office PowerPoint</Application>
  <PresentationFormat>Widescreen</PresentationFormat>
  <Paragraphs>76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Tracking Device – Altera Board Implementation</vt:lpstr>
      <vt:lpstr>the objective of this tracking device to reduce the reoccurring cost of tracker, be smaller, and more power efficient </vt:lpstr>
      <vt:lpstr>PowerPoint Presentation</vt:lpstr>
      <vt:lpstr>PowerPoint Presentation</vt:lpstr>
      <vt:lpstr>Equipment</vt:lpstr>
      <vt:lpstr>Verification</vt:lpstr>
      <vt:lpstr>Timeline</vt:lpstr>
      <vt:lpstr>Potential challenges</vt:lpstr>
      <vt:lpstr>Final demo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Shantilal Babel</dc:creator>
  <cp:lastModifiedBy>Shantilal Babel</cp:lastModifiedBy>
  <cp:revision>1</cp:revision>
  <dcterms:created xsi:type="dcterms:W3CDTF">2026-02-26T19:16:38Z</dcterms:created>
  <dcterms:modified xsi:type="dcterms:W3CDTF">2026-02-26T22:05:21Z</dcterms:modified>
</cp:coreProperties>
</file>